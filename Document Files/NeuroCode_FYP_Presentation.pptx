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media/image10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78" r:id="rId5"/>
    <p:sldId id="279" r:id="rId6"/>
    <p:sldId id="289" r:id="rId7"/>
    <p:sldId id="291" r:id="rId8"/>
    <p:sldId id="297" r:id="rId9"/>
    <p:sldId id="298" r:id="rId10"/>
    <p:sldId id="299" r:id="rId11"/>
    <p:sldId id="304" r:id="rId12"/>
    <p:sldId id="305" r:id="rId13"/>
    <p:sldId id="308" r:id="rId14"/>
    <p:sldId id="307" r:id="rId15"/>
    <p:sldId id="309" r:id="rId16"/>
    <p:sldId id="310" r:id="rId17"/>
    <p:sldId id="311" r:id="rId18"/>
    <p:sldId id="264" r:id="rId19"/>
    <p:sldId id="315" r:id="rId20"/>
    <p:sldId id="316" r:id="rId21"/>
    <p:sldId id="317" r:id="rId22"/>
    <p:sldId id="318" r:id="rId23"/>
    <p:sldId id="320" r:id="rId24"/>
    <p:sldId id="323" r:id="rId25"/>
    <p:sldId id="325" r:id="rId26"/>
    <p:sldId id="329" r:id="rId27"/>
    <p:sldId id="330" r:id="rId28"/>
    <p:sldId id="332" r:id="rId29"/>
    <p:sldId id="331" r:id="rId30"/>
    <p:sldId id="333" r:id="rId31"/>
    <p:sldId id="335" r:id="rId32"/>
    <p:sldId id="336" r:id="rId33"/>
    <p:sldId id="337" r:id="rId34"/>
    <p:sldId id="341" r:id="rId35"/>
    <p:sldId id="342" r:id="rId36"/>
    <p:sldId id="343" r:id="rId37"/>
    <p:sldId id="344" r:id="rId38"/>
    <p:sldId id="266" r:id="rId39"/>
    <p:sldId id="269" r:id="rId40"/>
    <p:sldId id="270" r:id="rId41"/>
    <p:sldId id="271" r:id="rId42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FFC000"/>
    <a:srgbClr val="00B050"/>
    <a:srgbClr val="5B9BD5"/>
    <a:srgbClr val="5D9CD6"/>
    <a:srgbClr val="ED7D31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214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AD001C-FDD7-4875-A96B-F7F74676AB74}" type="doc">
      <dgm:prSet/>
      <dgm:spPr/>
      <dgm:t>
        <a:bodyPr/>
        <a:p>
          <a:endParaRPr altLang="en-US"/>
        </a:p>
      </dgm:t>
    </dgm:pt>
    <dgm:pt modelId="{C874A83E-CB88-46A5-8560-5DCC42DC6B8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08921000-DAC3-4B54-85E4-F938EB633CC0}" cxnId="{869A737C-4C44-40F3-9758-B8741183597C}" type="parTrans">
      <dgm:prSet/>
      <dgm:spPr/>
    </dgm:pt>
    <dgm:pt modelId="{0DC1607B-9DFD-4026-8E5C-4F0B7F717DD7}" cxnId="{869A737C-4C44-40F3-9758-B8741183597C}" type="sibTrans">
      <dgm:prSet/>
      <dgm:spPr/>
    </dgm:pt>
    <dgm:pt modelId="{1D402B11-3EFB-4400-9A19-9B967BB62AE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T</a:t>
          </a:r>
          <a:r>
            <a:rPr lang="en-US">
              <a:sym typeface="+mn-ea"/>
            </a:rPr>
            <a:t>ypeScript</a:t>
          </a:r>
          <a:endParaRPr lang="en-US">
            <a:sym typeface="+mn-ea"/>
          </a:endParaRPr>
        </a:p>
      </dgm:t>
    </dgm:pt>
    <dgm:pt modelId="{7B831D72-6997-446F-8928-4A3CEEC61DDA}" cxnId="{74088F5A-5B2D-4778-8C17-53ECA740BB11}" type="parTrans">
      <dgm:prSet/>
      <dgm:spPr/>
    </dgm:pt>
    <dgm:pt modelId="{6F90E374-4376-4339-B339-7F7EC84F1445}" cxnId="{74088F5A-5B2D-4778-8C17-53ECA740BB11}" type="sibTrans">
      <dgm:prSet/>
      <dgm:spPr/>
    </dgm:pt>
    <dgm:pt modelId="{5A5CAD82-61A6-4D66-8C1F-C6D8EDED6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VS Code Extension API</a:t>
          </a:r>
          <a:endParaRPr lang="en-US">
            <a:sym typeface="+mn-ea"/>
          </a:endParaRPr>
        </a:p>
      </dgm:t>
    </dgm:pt>
    <dgm:pt modelId="{569A8B89-2DD5-4B03-990A-FA8B4C7BF531}" cxnId="{7EB8124E-0B17-47A5-9E6F-979F70A3095B}" type="parTrans">
      <dgm:prSet/>
      <dgm:spPr/>
    </dgm:pt>
    <dgm:pt modelId="{EC300138-7DA2-4BDE-A5DC-93DDFF2AEF3A}" cxnId="{7EB8124E-0B17-47A5-9E6F-979F70A3095B}" type="sibTrans">
      <dgm:prSet/>
      <dgm:spPr/>
    </dgm:pt>
    <dgm:pt modelId="{2330934E-650B-46C7-8379-A27AAD4B08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React (Webview Panel)</a:t>
          </a:r>
          <a:r>
            <a:rPr lang="en-US"/>
            <a:t/>
          </a:r>
          <a:endParaRPr lang="en-US"/>
        </a:p>
      </dgm:t>
    </dgm:pt>
    <dgm:pt modelId="{450DB3D1-708D-405D-B465-31BF7AA3F7E9}" cxnId="{49AAF201-A71D-43D6-886E-54613CD5606C}" type="parTrans">
      <dgm:prSet/>
      <dgm:spPr/>
    </dgm:pt>
    <dgm:pt modelId="{1A97BE3D-E1BF-4FB7-B606-3EA2223DB7FA}" cxnId="{49AAF201-A71D-43D6-886E-54613CD5606C}" type="sibTrans">
      <dgm:prSet/>
      <dgm:spPr/>
    </dgm:pt>
    <dgm:pt modelId="{FA2DC531-6CE2-4FEB-A9C0-4070D3B097C9}" type="pres">
      <dgm:prSet presAssocID="{8FAD001C-FDD7-4875-A96B-F7F74676AB74}" presName="Name0" presStyleCnt="0">
        <dgm:presLayoutVars>
          <dgm:dir/>
          <dgm:animLvl val="lvl"/>
          <dgm:resizeHandles val="exact"/>
        </dgm:presLayoutVars>
      </dgm:prSet>
      <dgm:spPr/>
    </dgm:pt>
    <dgm:pt modelId="{CB10BD81-E310-4B8B-A416-AF1D8616014D}" type="pres">
      <dgm:prSet presAssocID="{C874A83E-CB88-46A5-8560-5DCC42DC6B8E}" presName="composite" presStyleCnt="0"/>
      <dgm:spPr/>
    </dgm:pt>
    <dgm:pt modelId="{EA6A355A-4EAD-492C-AFEC-04B7F6FC26F4}" type="pres">
      <dgm:prSet presAssocID="{C874A83E-CB88-46A5-8560-5DCC42DC6B8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FAF31F9-3861-4620-8038-83E3ABCBD92E}" type="pres">
      <dgm:prSet presAssocID="{C874A83E-CB88-46A5-8560-5DCC42DC6B8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69A737C-4C44-40F3-9758-B8741183597C}" srcId="{8FAD001C-FDD7-4875-A96B-F7F74676AB74}" destId="{C874A83E-CB88-46A5-8560-5DCC42DC6B8E}" srcOrd="0" destOrd="0" parTransId="{08921000-DAC3-4B54-85E4-F938EB633CC0}" sibTransId="{0DC1607B-9DFD-4026-8E5C-4F0B7F717DD7}"/>
    <dgm:cxn modelId="{74088F5A-5B2D-4778-8C17-53ECA740BB11}" srcId="{C874A83E-CB88-46A5-8560-5DCC42DC6B8E}" destId="{1D402B11-3EFB-4400-9A19-9B967BB62AE0}" srcOrd="0" destOrd="0" parTransId="{7B831D72-6997-446F-8928-4A3CEEC61DDA}" sibTransId="{6F90E374-4376-4339-B339-7F7EC84F1445}"/>
    <dgm:cxn modelId="{7EB8124E-0B17-47A5-9E6F-979F70A3095B}" srcId="{C874A83E-CB88-46A5-8560-5DCC42DC6B8E}" destId="{5A5CAD82-61A6-4D66-8C1F-C6D8EDED6DC9}" srcOrd="1" destOrd="0" parTransId="{569A8B89-2DD5-4B03-990A-FA8B4C7BF531}" sibTransId="{EC300138-7DA2-4BDE-A5DC-93DDFF2AEF3A}"/>
    <dgm:cxn modelId="{49AAF201-A71D-43D6-886E-54613CD5606C}" srcId="{C874A83E-CB88-46A5-8560-5DCC42DC6B8E}" destId="{2330934E-650B-46C7-8379-A27AAD4B0827}" srcOrd="2" destOrd="0" parTransId="{450DB3D1-708D-405D-B465-31BF7AA3F7E9}" sibTransId="{1A97BE3D-E1BF-4FB7-B606-3EA2223DB7FA}"/>
    <dgm:cxn modelId="{87DA3554-A440-4143-B7B6-BAB30BE2C5EF}" type="presOf" srcId="{8FAD001C-FDD7-4875-A96B-F7F74676AB74}" destId="{FA2DC531-6CE2-4FEB-A9C0-4070D3B097C9}" srcOrd="0" destOrd="0" presId="urn:microsoft.com/office/officeart/2005/8/layout/hList1"/>
    <dgm:cxn modelId="{FB9FAC15-1675-4459-885A-8E32011E3C64}" type="presParOf" srcId="{FA2DC531-6CE2-4FEB-A9C0-4070D3B097C9}" destId="{CB10BD81-E310-4B8B-A416-AF1D8616014D}" srcOrd="0" destOrd="0" presId="urn:microsoft.com/office/officeart/2005/8/layout/hList1"/>
    <dgm:cxn modelId="{C5FB91BC-C767-4207-9CD1-477084407ACB}" type="presParOf" srcId="{CB10BD81-E310-4B8B-A416-AF1D8616014D}" destId="{EA6A355A-4EAD-492C-AFEC-04B7F6FC26F4}" srcOrd="0" destOrd="0" presId="urn:microsoft.com/office/officeart/2005/8/layout/hList1"/>
    <dgm:cxn modelId="{61B69599-8AB1-498F-BAB4-145A03A3C4A1}" type="presOf" srcId="{C874A83E-CB88-46A5-8560-5DCC42DC6B8E}" destId="{EA6A355A-4EAD-492C-AFEC-04B7F6FC26F4}" srcOrd="0" destOrd="0" presId="urn:microsoft.com/office/officeart/2005/8/layout/hList1"/>
    <dgm:cxn modelId="{372255B0-CCD2-4420-8699-AB96F5C1671D}" type="presParOf" srcId="{CB10BD81-E310-4B8B-A416-AF1D8616014D}" destId="{FFAF31F9-3861-4620-8038-83E3ABCBD92E}" srcOrd="1" destOrd="0" presId="urn:microsoft.com/office/officeart/2005/8/layout/hList1"/>
    <dgm:cxn modelId="{BFBAD0B3-5123-410A-BAE5-39CEB7A69986}" type="presOf" srcId="{1D402B11-3EFB-4400-9A19-9B967BB62AE0}" destId="{FFAF31F9-3861-4620-8038-83E3ABCBD92E}" srcOrd="0" destOrd="0" presId="urn:microsoft.com/office/officeart/2005/8/layout/hList1"/>
    <dgm:cxn modelId="{F05E5B0F-389C-478C-9F38-59E317F1E321}" type="presOf" srcId="{5A5CAD82-61A6-4D66-8C1F-C6D8EDED6DC9}" destId="{FFAF31F9-3861-4620-8038-83E3ABCBD92E}" srcOrd="0" destOrd="1" presId="urn:microsoft.com/office/officeart/2005/8/layout/hList1"/>
    <dgm:cxn modelId="{69A61B35-D1F9-4CE6-B926-88B44DF25ACF}" type="presOf" srcId="{2330934E-650B-46C7-8379-A27AAD4B0827}" destId="{FFAF31F9-3861-4620-8038-83E3ABCBD92E}" srcOrd="0" destOrd="2" presId="urn:microsoft.com/office/officeart/2005/8/layout/hList1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AD001C-FDD7-4875-A96B-F7F74676AB74}" type="doc">
      <dgm:prSet/>
      <dgm:spPr/>
      <dgm:t>
        <a:bodyPr/>
        <a:p>
          <a:endParaRPr altLang="en-US"/>
        </a:p>
      </dgm:t>
    </dgm:pt>
    <dgm:pt modelId="{C874A83E-CB88-46A5-8560-5DCC42DC6B8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08921000-DAC3-4B54-85E4-F938EB633CC0}" cxnId="{869A737C-4C44-40F3-9758-B8741183597C}" type="parTrans">
      <dgm:prSet/>
      <dgm:spPr/>
    </dgm:pt>
    <dgm:pt modelId="{0DC1607B-9DFD-4026-8E5C-4F0B7F717DD7}" cxnId="{869A737C-4C44-40F3-9758-B8741183597C}" type="sibTrans">
      <dgm:prSet/>
      <dgm:spPr/>
    </dgm:pt>
    <dgm:pt modelId="{1D402B11-3EFB-4400-9A19-9B967BB62AE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T</a:t>
          </a:r>
          <a:r>
            <a:rPr lang="en-US">
              <a:sym typeface="+mn-ea"/>
            </a:rPr>
            <a:t>ypeScript</a:t>
          </a:r>
          <a:endParaRPr lang="en-US">
            <a:sym typeface="+mn-ea"/>
          </a:endParaRPr>
        </a:p>
      </dgm:t>
    </dgm:pt>
    <dgm:pt modelId="{7B831D72-6997-446F-8928-4A3CEEC61DDA}" cxnId="{74088F5A-5B2D-4778-8C17-53ECA740BB11}" type="parTrans">
      <dgm:prSet/>
      <dgm:spPr/>
    </dgm:pt>
    <dgm:pt modelId="{6F90E374-4376-4339-B339-7F7EC84F1445}" cxnId="{74088F5A-5B2D-4778-8C17-53ECA740BB11}" type="sibTrans">
      <dgm:prSet/>
      <dgm:spPr/>
    </dgm:pt>
    <dgm:pt modelId="{5A5CAD82-61A6-4D66-8C1F-C6D8EDED6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VS Code Extension API</a:t>
          </a:r>
          <a:endParaRPr lang="en-US">
            <a:sym typeface="+mn-ea"/>
          </a:endParaRPr>
        </a:p>
      </dgm:t>
    </dgm:pt>
    <dgm:pt modelId="{569A8B89-2DD5-4B03-990A-FA8B4C7BF531}" cxnId="{7EB8124E-0B17-47A5-9E6F-979F70A3095B}" type="parTrans">
      <dgm:prSet/>
      <dgm:spPr/>
    </dgm:pt>
    <dgm:pt modelId="{EC300138-7DA2-4BDE-A5DC-93DDFF2AEF3A}" cxnId="{7EB8124E-0B17-47A5-9E6F-979F70A3095B}" type="sibTrans">
      <dgm:prSet/>
      <dgm:spPr/>
    </dgm:pt>
    <dgm:pt modelId="{2330934E-650B-46C7-8379-A27AAD4B08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React (Webview Panel)</a:t>
          </a:r>
          <a:r>
            <a:rPr lang="en-US"/>
            <a:t/>
          </a:r>
          <a:endParaRPr lang="en-US"/>
        </a:p>
      </dgm:t>
    </dgm:pt>
    <dgm:pt modelId="{450DB3D1-708D-405D-B465-31BF7AA3F7E9}" cxnId="{49AAF201-A71D-43D6-886E-54613CD5606C}" type="parTrans">
      <dgm:prSet/>
      <dgm:spPr/>
    </dgm:pt>
    <dgm:pt modelId="{1A97BE3D-E1BF-4FB7-B606-3EA2223DB7FA}" cxnId="{49AAF201-A71D-43D6-886E-54613CD5606C}" type="sibTrans">
      <dgm:prSet/>
      <dgm:spPr/>
    </dgm:pt>
    <dgm:pt modelId="{FA2DC531-6CE2-4FEB-A9C0-4070D3B097C9}" type="pres">
      <dgm:prSet presAssocID="{8FAD001C-FDD7-4875-A96B-F7F74676AB74}" presName="Name0" presStyleCnt="0">
        <dgm:presLayoutVars>
          <dgm:dir/>
          <dgm:animLvl val="lvl"/>
          <dgm:resizeHandles val="exact"/>
        </dgm:presLayoutVars>
      </dgm:prSet>
      <dgm:spPr/>
    </dgm:pt>
    <dgm:pt modelId="{CB10BD81-E310-4B8B-A416-AF1D8616014D}" type="pres">
      <dgm:prSet presAssocID="{C874A83E-CB88-46A5-8560-5DCC42DC6B8E}" presName="composite" presStyleCnt="0"/>
      <dgm:spPr/>
    </dgm:pt>
    <dgm:pt modelId="{EA6A355A-4EAD-492C-AFEC-04B7F6FC26F4}" type="pres">
      <dgm:prSet presAssocID="{C874A83E-CB88-46A5-8560-5DCC42DC6B8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FAF31F9-3861-4620-8038-83E3ABCBD92E}" type="pres">
      <dgm:prSet presAssocID="{C874A83E-CB88-46A5-8560-5DCC42DC6B8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69A737C-4C44-40F3-9758-B8741183597C}" srcId="{8FAD001C-FDD7-4875-A96B-F7F74676AB74}" destId="{C874A83E-CB88-46A5-8560-5DCC42DC6B8E}" srcOrd="0" destOrd="0" parTransId="{08921000-DAC3-4B54-85E4-F938EB633CC0}" sibTransId="{0DC1607B-9DFD-4026-8E5C-4F0B7F717DD7}"/>
    <dgm:cxn modelId="{74088F5A-5B2D-4778-8C17-53ECA740BB11}" srcId="{C874A83E-CB88-46A5-8560-5DCC42DC6B8E}" destId="{1D402B11-3EFB-4400-9A19-9B967BB62AE0}" srcOrd="0" destOrd="0" parTransId="{7B831D72-6997-446F-8928-4A3CEEC61DDA}" sibTransId="{6F90E374-4376-4339-B339-7F7EC84F1445}"/>
    <dgm:cxn modelId="{7EB8124E-0B17-47A5-9E6F-979F70A3095B}" srcId="{C874A83E-CB88-46A5-8560-5DCC42DC6B8E}" destId="{5A5CAD82-61A6-4D66-8C1F-C6D8EDED6DC9}" srcOrd="1" destOrd="0" parTransId="{569A8B89-2DD5-4B03-990A-FA8B4C7BF531}" sibTransId="{EC300138-7DA2-4BDE-A5DC-93DDFF2AEF3A}"/>
    <dgm:cxn modelId="{49AAF201-A71D-43D6-886E-54613CD5606C}" srcId="{C874A83E-CB88-46A5-8560-5DCC42DC6B8E}" destId="{2330934E-650B-46C7-8379-A27AAD4B0827}" srcOrd="2" destOrd="0" parTransId="{450DB3D1-708D-405D-B465-31BF7AA3F7E9}" sibTransId="{1A97BE3D-E1BF-4FB7-B606-3EA2223DB7FA}"/>
    <dgm:cxn modelId="{87DA3554-A440-4143-B7B6-BAB30BE2C5EF}" type="presOf" srcId="{8FAD001C-FDD7-4875-A96B-F7F74676AB74}" destId="{FA2DC531-6CE2-4FEB-A9C0-4070D3B097C9}" srcOrd="0" destOrd="0" presId="urn:microsoft.com/office/officeart/2005/8/layout/hList1"/>
    <dgm:cxn modelId="{FB9FAC15-1675-4459-885A-8E32011E3C64}" type="presParOf" srcId="{FA2DC531-6CE2-4FEB-A9C0-4070D3B097C9}" destId="{CB10BD81-E310-4B8B-A416-AF1D8616014D}" srcOrd="0" destOrd="0" presId="urn:microsoft.com/office/officeart/2005/8/layout/hList1"/>
    <dgm:cxn modelId="{C5FB91BC-C767-4207-9CD1-477084407ACB}" type="presParOf" srcId="{CB10BD81-E310-4B8B-A416-AF1D8616014D}" destId="{EA6A355A-4EAD-492C-AFEC-04B7F6FC26F4}" srcOrd="0" destOrd="0" presId="urn:microsoft.com/office/officeart/2005/8/layout/hList1"/>
    <dgm:cxn modelId="{61B69599-8AB1-498F-BAB4-145A03A3C4A1}" type="presOf" srcId="{C874A83E-CB88-46A5-8560-5DCC42DC6B8E}" destId="{EA6A355A-4EAD-492C-AFEC-04B7F6FC26F4}" srcOrd="0" destOrd="0" presId="urn:microsoft.com/office/officeart/2005/8/layout/hList1"/>
    <dgm:cxn modelId="{372255B0-CCD2-4420-8699-AB96F5C1671D}" type="presParOf" srcId="{CB10BD81-E310-4B8B-A416-AF1D8616014D}" destId="{FFAF31F9-3861-4620-8038-83E3ABCBD92E}" srcOrd="1" destOrd="0" presId="urn:microsoft.com/office/officeart/2005/8/layout/hList1"/>
    <dgm:cxn modelId="{BFBAD0B3-5123-410A-BAE5-39CEB7A69986}" type="presOf" srcId="{1D402B11-3EFB-4400-9A19-9B967BB62AE0}" destId="{FFAF31F9-3861-4620-8038-83E3ABCBD92E}" srcOrd="0" destOrd="0" presId="urn:microsoft.com/office/officeart/2005/8/layout/hList1"/>
    <dgm:cxn modelId="{F05E5B0F-389C-478C-9F38-59E317F1E321}" type="presOf" srcId="{5A5CAD82-61A6-4D66-8C1F-C6D8EDED6DC9}" destId="{FFAF31F9-3861-4620-8038-83E3ABCBD92E}" srcOrd="0" destOrd="1" presId="urn:microsoft.com/office/officeart/2005/8/layout/hList1"/>
    <dgm:cxn modelId="{69A61B35-D1F9-4CE6-B926-88B44DF25ACF}" type="presOf" srcId="{2330934E-650B-46C7-8379-A27AAD4B0827}" destId="{FFAF31F9-3861-4620-8038-83E3ABCBD92E}" srcOrd="0" destOrd="2" presId="urn:microsoft.com/office/officeart/2005/8/layout/hList1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AD001C-FDD7-4875-A96B-F7F74676AB74}" type="doc">
      <dgm:prSet/>
      <dgm:spPr/>
      <dgm:t>
        <a:bodyPr/>
        <a:p>
          <a:endParaRPr altLang="en-US"/>
        </a:p>
      </dgm:t>
    </dgm:pt>
    <dgm:pt modelId="{C874A83E-CB88-46A5-8560-5DCC42DC6B8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08921000-DAC3-4B54-85E4-F938EB633CC0}" cxnId="{FEF4C2CB-F1B7-40B9-9B04-00B713AFFBF3}" type="parTrans">
      <dgm:prSet/>
      <dgm:spPr/>
    </dgm:pt>
    <dgm:pt modelId="{0DC1607B-9DFD-4026-8E5C-4F0B7F717DD7}" cxnId="{FEF4C2CB-F1B7-40B9-9B04-00B713AFFBF3}" type="sibTrans">
      <dgm:prSet/>
      <dgm:spPr/>
    </dgm:pt>
    <dgm:pt modelId="{1D402B11-3EFB-4400-9A19-9B967BB62AE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T</a:t>
          </a:r>
          <a:r>
            <a:rPr lang="en-US">
              <a:sym typeface="+mn-ea"/>
            </a:rPr>
            <a:t>ypeScript</a:t>
          </a:r>
          <a:endParaRPr lang="en-US">
            <a:sym typeface="+mn-ea"/>
          </a:endParaRPr>
        </a:p>
      </dgm:t>
    </dgm:pt>
    <dgm:pt modelId="{7B831D72-6997-446F-8928-4A3CEEC61DDA}" cxnId="{295D672B-C69E-4117-9E01-075ABC81E217}" type="parTrans">
      <dgm:prSet/>
      <dgm:spPr/>
    </dgm:pt>
    <dgm:pt modelId="{6F90E374-4376-4339-B339-7F7EC84F1445}" cxnId="{295D672B-C69E-4117-9E01-075ABC81E217}" type="sibTrans">
      <dgm:prSet/>
      <dgm:spPr/>
    </dgm:pt>
    <dgm:pt modelId="{5A5CAD82-61A6-4D66-8C1F-C6D8EDED6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VS Code Extension API</a:t>
          </a:r>
          <a:endParaRPr lang="en-US">
            <a:sym typeface="+mn-ea"/>
          </a:endParaRPr>
        </a:p>
      </dgm:t>
    </dgm:pt>
    <dgm:pt modelId="{569A8B89-2DD5-4B03-990A-FA8B4C7BF531}" cxnId="{5C6E9608-9992-4D18-9A26-699AA2BBD7BC}" type="parTrans">
      <dgm:prSet/>
      <dgm:spPr/>
    </dgm:pt>
    <dgm:pt modelId="{EC300138-7DA2-4BDE-A5DC-93DDFF2AEF3A}" cxnId="{5C6E9608-9992-4D18-9A26-699AA2BBD7BC}" type="sibTrans">
      <dgm:prSet/>
      <dgm:spPr/>
    </dgm:pt>
    <dgm:pt modelId="{2330934E-650B-46C7-8379-A27AAD4B08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React (Webview Panel)</a:t>
          </a:r>
          <a:r>
            <a:rPr lang="en-US"/>
            <a:t/>
          </a:r>
          <a:endParaRPr lang="en-US"/>
        </a:p>
      </dgm:t>
    </dgm:pt>
    <dgm:pt modelId="{450DB3D1-708D-405D-B465-31BF7AA3F7E9}" cxnId="{44DDBC34-1022-42A3-91F7-5FE6BF7872C5}" type="parTrans">
      <dgm:prSet/>
      <dgm:spPr/>
    </dgm:pt>
    <dgm:pt modelId="{1A97BE3D-E1BF-4FB7-B606-3EA2223DB7FA}" cxnId="{44DDBC34-1022-42A3-91F7-5FE6BF7872C5}" type="sibTrans">
      <dgm:prSet/>
      <dgm:spPr/>
    </dgm:pt>
    <dgm:pt modelId="{8C055A54-80BB-49D1-A088-39E11B49586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r>
            <a:rPr altLang="en-US"/>
            <a:t/>
          </a:r>
          <a:endParaRPr altLang="en-US"/>
        </a:p>
      </dgm:t>
    </dgm:pt>
    <dgm:pt modelId="{293CC0A1-0538-493A-90C4-148328F3B5DC}" cxnId="{939AB081-39DD-44CD-B31D-B20257409A13}" type="parTrans">
      <dgm:prSet/>
      <dgm:spPr/>
    </dgm:pt>
    <dgm:pt modelId="{9060CD3A-4F73-411A-AD26-4A7452E12F2B}" cxnId="{939AB081-39DD-44CD-B31D-B20257409A13}" type="sibTrans">
      <dgm:prSet/>
      <dgm:spPr/>
    </dgm:pt>
    <dgm:pt modelId="{5018E71B-6F95-4ED9-AA51-78931AB3811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N</a:t>
          </a:r>
          <a:r>
            <a:rPr lang="en-US">
              <a:sym typeface="+mn-ea"/>
            </a:rPr>
            <a:t>ode.js</a:t>
          </a:r>
          <a:endParaRPr lang="en-US">
            <a:sym typeface="+mn-ea"/>
          </a:endParaRPr>
        </a:p>
      </dgm:t>
    </dgm:pt>
    <dgm:pt modelId="{DD3C6C1D-D382-4B5E-8008-083129DE4EEE}" cxnId="{5CAA0E72-BA55-4D6C-BE03-59A9B0626D90}" type="parTrans">
      <dgm:prSet/>
      <dgm:spPr/>
    </dgm:pt>
    <dgm:pt modelId="{F5BC6661-20C3-43AE-8067-5A5107C8083F}" cxnId="{5CAA0E72-BA55-4D6C-BE03-59A9B0626D90}" type="sibTrans">
      <dgm:prSet/>
      <dgm:spPr/>
    </dgm:pt>
    <dgm:pt modelId="{DD05AFF2-AE4A-44E1-85DE-5D5CBF1C2F6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Express.js</a:t>
          </a:r>
          <a:endParaRPr lang="en-US">
            <a:sym typeface="+mn-ea"/>
          </a:endParaRPr>
        </a:p>
      </dgm:t>
    </dgm:pt>
    <dgm:pt modelId="{4C15A49D-1747-4D05-B610-16DFC620246F}" cxnId="{3A439532-62EC-4555-90F3-8F4023465788}" type="parTrans">
      <dgm:prSet/>
      <dgm:spPr/>
    </dgm:pt>
    <dgm:pt modelId="{773B8098-38F6-4827-84D0-8884A5E73D52}" cxnId="{3A439532-62EC-4555-90F3-8F4023465788}" type="sibTrans">
      <dgm:prSet/>
      <dgm:spPr/>
    </dgm:pt>
    <dgm:pt modelId="{250647CF-85D2-4C7A-8402-14D39562EC6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LLM API (Claude/GPT)</a:t>
          </a:r>
          <a:endParaRPr lang="en-US">
            <a:sym typeface="+mn-ea"/>
          </a:endParaRPr>
        </a:p>
      </dgm:t>
    </dgm:pt>
    <dgm:pt modelId="{0D0BDFA5-E580-4CC1-A46F-5CB1EEF19AC8}" cxnId="{391CC805-607D-492E-B9DA-7C02A5AAA605}" type="parTrans">
      <dgm:prSet/>
      <dgm:spPr/>
    </dgm:pt>
    <dgm:pt modelId="{2B2585BB-BC71-4895-9D82-290F338AEF61}" cxnId="{391CC805-607D-492E-B9DA-7C02A5AAA605}" type="sibTrans">
      <dgm:prSet/>
      <dgm:spPr/>
    </dgm:pt>
    <dgm:pt modelId="{483F6BCF-7891-4680-A53B-6639BFE0C70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Playwright</a:t>
          </a:r>
          <a:endParaRPr lang="en-US">
            <a:sym typeface="+mn-ea"/>
          </a:endParaRPr>
        </a:p>
      </dgm:t>
    </dgm:pt>
    <dgm:pt modelId="{1968C7A6-9959-4E2F-BA25-52276881DFBA}" cxnId="{9DBD84DB-9DA4-47F6-B450-3D942B090B0C}" type="parTrans">
      <dgm:prSet/>
      <dgm:spPr/>
    </dgm:pt>
    <dgm:pt modelId="{B20D5052-8D35-44CD-BD7F-B0916FF0047B}" cxnId="{9DBD84DB-9DA4-47F6-B450-3D942B090B0C}" type="sibTrans">
      <dgm:prSet/>
      <dgm:spPr/>
    </dgm:pt>
    <dgm:pt modelId="{D81F3F48-FDFE-4ABE-BFB7-822DD698A45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Axios/Supertest</a:t>
          </a:r>
          <a:r>
            <a:rPr lang="en-US"/>
            <a:t/>
          </a:r>
          <a:endParaRPr lang="en-US"/>
        </a:p>
      </dgm:t>
    </dgm:pt>
    <dgm:pt modelId="{3E30BB58-0D01-4AAD-9323-4F5EC9D3E98F}" cxnId="{6B0D9C8E-B60E-4764-91C7-8115F0E5FE6A}" type="parTrans">
      <dgm:prSet/>
      <dgm:spPr/>
    </dgm:pt>
    <dgm:pt modelId="{89A236B6-30E8-4F50-87BF-76104D696DB9}" cxnId="{6B0D9C8E-B60E-4764-91C7-8115F0E5FE6A}" type="sibTrans">
      <dgm:prSet/>
      <dgm:spPr/>
    </dgm:pt>
    <dgm:pt modelId="{FA2DC531-6CE2-4FEB-A9C0-4070D3B097C9}" type="pres">
      <dgm:prSet presAssocID="{8FAD001C-FDD7-4875-A96B-F7F74676AB74}" presName="Name0" presStyleCnt="0">
        <dgm:presLayoutVars>
          <dgm:dir/>
          <dgm:animLvl val="lvl"/>
          <dgm:resizeHandles val="exact"/>
        </dgm:presLayoutVars>
      </dgm:prSet>
      <dgm:spPr/>
    </dgm:pt>
    <dgm:pt modelId="{CB10BD81-E310-4B8B-A416-AF1D8616014D}" type="pres">
      <dgm:prSet presAssocID="{C874A83E-CB88-46A5-8560-5DCC42DC6B8E}" presName="composite" presStyleCnt="0"/>
      <dgm:spPr/>
    </dgm:pt>
    <dgm:pt modelId="{EA6A355A-4EAD-492C-AFEC-04B7F6FC26F4}" type="pres">
      <dgm:prSet presAssocID="{C874A83E-CB88-46A5-8560-5DCC42DC6B8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FAF31F9-3861-4620-8038-83E3ABCBD92E}" type="pres">
      <dgm:prSet presAssocID="{C874A83E-CB88-46A5-8560-5DCC42DC6B8E}" presName="desTx" presStyleLbl="alignAccFollowNode1" presStyleIdx="0" presStyleCnt="2">
        <dgm:presLayoutVars>
          <dgm:bulletEnabled val="1"/>
        </dgm:presLayoutVars>
      </dgm:prSet>
      <dgm:spPr/>
    </dgm:pt>
    <dgm:pt modelId="{64C2F463-DBA7-4A76-875E-17F36FA88825}" type="pres">
      <dgm:prSet presAssocID="{0DC1607B-9DFD-4026-8E5C-4F0B7F717DD7}" presName="space" presStyleCnt="0"/>
      <dgm:spPr/>
    </dgm:pt>
    <dgm:pt modelId="{60EEBB90-B4AD-478F-B73A-A54213632FF9}" type="pres">
      <dgm:prSet presAssocID="{8C055A54-80BB-49D1-A088-39E11B495864}" presName="composite" presStyleCnt="0"/>
      <dgm:spPr/>
    </dgm:pt>
    <dgm:pt modelId="{15149606-31FF-483E-91B6-133CC39A46AE}" type="pres">
      <dgm:prSet presAssocID="{8C055A54-80BB-49D1-A088-39E11B49586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0108022-D425-4784-A83E-744F319535A6}" type="pres">
      <dgm:prSet presAssocID="{8C055A54-80BB-49D1-A088-39E11B49586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F4C2CB-F1B7-40B9-9B04-00B713AFFBF3}" srcId="{8FAD001C-FDD7-4875-A96B-F7F74676AB74}" destId="{C874A83E-CB88-46A5-8560-5DCC42DC6B8E}" srcOrd="0" destOrd="0" parTransId="{08921000-DAC3-4B54-85E4-F938EB633CC0}" sibTransId="{0DC1607B-9DFD-4026-8E5C-4F0B7F717DD7}"/>
    <dgm:cxn modelId="{295D672B-C69E-4117-9E01-075ABC81E217}" srcId="{C874A83E-CB88-46A5-8560-5DCC42DC6B8E}" destId="{1D402B11-3EFB-4400-9A19-9B967BB62AE0}" srcOrd="0" destOrd="0" parTransId="{7B831D72-6997-446F-8928-4A3CEEC61DDA}" sibTransId="{6F90E374-4376-4339-B339-7F7EC84F1445}"/>
    <dgm:cxn modelId="{5C6E9608-9992-4D18-9A26-699AA2BBD7BC}" srcId="{C874A83E-CB88-46A5-8560-5DCC42DC6B8E}" destId="{5A5CAD82-61A6-4D66-8C1F-C6D8EDED6DC9}" srcOrd="1" destOrd="0" parTransId="{569A8B89-2DD5-4B03-990A-FA8B4C7BF531}" sibTransId="{EC300138-7DA2-4BDE-A5DC-93DDFF2AEF3A}"/>
    <dgm:cxn modelId="{44DDBC34-1022-42A3-91F7-5FE6BF7872C5}" srcId="{C874A83E-CB88-46A5-8560-5DCC42DC6B8E}" destId="{2330934E-650B-46C7-8379-A27AAD4B0827}" srcOrd="2" destOrd="0" parTransId="{450DB3D1-708D-405D-B465-31BF7AA3F7E9}" sibTransId="{1A97BE3D-E1BF-4FB7-B606-3EA2223DB7FA}"/>
    <dgm:cxn modelId="{939AB081-39DD-44CD-B31D-B20257409A13}" srcId="{8FAD001C-FDD7-4875-A96B-F7F74676AB74}" destId="{8C055A54-80BB-49D1-A088-39E11B495864}" srcOrd="1" destOrd="0" parTransId="{293CC0A1-0538-493A-90C4-148328F3B5DC}" sibTransId="{9060CD3A-4F73-411A-AD26-4A7452E12F2B}"/>
    <dgm:cxn modelId="{5CAA0E72-BA55-4D6C-BE03-59A9B0626D90}" srcId="{8C055A54-80BB-49D1-A088-39E11B495864}" destId="{5018E71B-6F95-4ED9-AA51-78931AB3811B}" srcOrd="0" destOrd="1" parTransId="{DD3C6C1D-D382-4B5E-8008-083129DE4EEE}" sibTransId="{F5BC6661-20C3-43AE-8067-5A5107C8083F}"/>
    <dgm:cxn modelId="{3A439532-62EC-4555-90F3-8F4023465788}" srcId="{8C055A54-80BB-49D1-A088-39E11B495864}" destId="{DD05AFF2-AE4A-44E1-85DE-5D5CBF1C2F6A}" srcOrd="1" destOrd="1" parTransId="{4C15A49D-1747-4D05-B610-16DFC620246F}" sibTransId="{773B8098-38F6-4827-84D0-8884A5E73D52}"/>
    <dgm:cxn modelId="{391CC805-607D-492E-B9DA-7C02A5AAA605}" srcId="{8C055A54-80BB-49D1-A088-39E11B495864}" destId="{250647CF-85D2-4C7A-8402-14D39562EC60}" srcOrd="2" destOrd="1" parTransId="{0D0BDFA5-E580-4CC1-A46F-5CB1EEF19AC8}" sibTransId="{2B2585BB-BC71-4895-9D82-290F338AEF61}"/>
    <dgm:cxn modelId="{9DBD84DB-9DA4-47F6-B450-3D942B090B0C}" srcId="{8C055A54-80BB-49D1-A088-39E11B495864}" destId="{483F6BCF-7891-4680-A53B-6639BFE0C70F}" srcOrd="3" destOrd="1" parTransId="{1968C7A6-9959-4E2F-BA25-52276881DFBA}" sibTransId="{B20D5052-8D35-44CD-BD7F-B0916FF0047B}"/>
    <dgm:cxn modelId="{6B0D9C8E-B60E-4764-91C7-8115F0E5FE6A}" srcId="{8C055A54-80BB-49D1-A088-39E11B495864}" destId="{D81F3F48-FDFE-4ABE-BFB7-822DD698A45E}" srcOrd="4" destOrd="1" parTransId="{3E30BB58-0D01-4AAD-9323-4F5EC9D3E98F}" sibTransId="{89A236B6-30E8-4F50-87BF-76104D696DB9}"/>
    <dgm:cxn modelId="{7A93486A-3724-49AB-9254-336F6B6A62FF}" type="presOf" srcId="{8FAD001C-FDD7-4875-A96B-F7F74676AB74}" destId="{FA2DC531-6CE2-4FEB-A9C0-4070D3B097C9}" srcOrd="0" destOrd="0" presId="urn:microsoft.com/office/officeart/2005/8/layout/hList1"/>
    <dgm:cxn modelId="{50065262-461D-4F21-90CB-C453C8E202B7}" type="presParOf" srcId="{FA2DC531-6CE2-4FEB-A9C0-4070D3B097C9}" destId="{CB10BD81-E310-4B8B-A416-AF1D8616014D}" srcOrd="0" destOrd="0" presId="urn:microsoft.com/office/officeart/2005/8/layout/hList1"/>
    <dgm:cxn modelId="{D58BB9A8-068F-48B8-8230-EA295598CAC0}" type="presParOf" srcId="{CB10BD81-E310-4B8B-A416-AF1D8616014D}" destId="{EA6A355A-4EAD-492C-AFEC-04B7F6FC26F4}" srcOrd="0" destOrd="0" presId="urn:microsoft.com/office/officeart/2005/8/layout/hList1"/>
    <dgm:cxn modelId="{1DB762B0-DD78-480B-8186-DD32B1CA4B37}" type="presOf" srcId="{C874A83E-CB88-46A5-8560-5DCC42DC6B8E}" destId="{EA6A355A-4EAD-492C-AFEC-04B7F6FC26F4}" srcOrd="0" destOrd="0" presId="urn:microsoft.com/office/officeart/2005/8/layout/hList1"/>
    <dgm:cxn modelId="{137BEDBA-3442-4A1A-9DAD-B4A90835538C}" type="presParOf" srcId="{CB10BD81-E310-4B8B-A416-AF1D8616014D}" destId="{FFAF31F9-3861-4620-8038-83E3ABCBD92E}" srcOrd="1" destOrd="0" presId="urn:microsoft.com/office/officeart/2005/8/layout/hList1"/>
    <dgm:cxn modelId="{6464AA1F-62B2-4065-BD8E-7B03E285D9ED}" type="presOf" srcId="{1D402B11-3EFB-4400-9A19-9B967BB62AE0}" destId="{FFAF31F9-3861-4620-8038-83E3ABCBD92E}" srcOrd="0" destOrd="0" presId="urn:microsoft.com/office/officeart/2005/8/layout/hList1"/>
    <dgm:cxn modelId="{91E188ED-85B5-4879-867D-40DD6D60DBBF}" type="presOf" srcId="{5A5CAD82-61A6-4D66-8C1F-C6D8EDED6DC9}" destId="{FFAF31F9-3861-4620-8038-83E3ABCBD92E}" srcOrd="0" destOrd="1" presId="urn:microsoft.com/office/officeart/2005/8/layout/hList1"/>
    <dgm:cxn modelId="{173EA880-370B-4365-AA30-49456BFF13AF}" type="presOf" srcId="{2330934E-650B-46C7-8379-A27AAD4B0827}" destId="{FFAF31F9-3861-4620-8038-83E3ABCBD92E}" srcOrd="0" destOrd="2" presId="urn:microsoft.com/office/officeart/2005/8/layout/hList1"/>
    <dgm:cxn modelId="{4D68F19A-08A9-489A-86D8-48A2587C8D34}" type="presParOf" srcId="{FA2DC531-6CE2-4FEB-A9C0-4070D3B097C9}" destId="{64C2F463-DBA7-4A76-875E-17F36FA88825}" srcOrd="1" destOrd="0" presId="urn:microsoft.com/office/officeart/2005/8/layout/hList1"/>
    <dgm:cxn modelId="{2C2FB678-7C2F-4D23-9195-9935EA54143C}" type="presParOf" srcId="{FA2DC531-6CE2-4FEB-A9C0-4070D3B097C9}" destId="{60EEBB90-B4AD-478F-B73A-A54213632FF9}" srcOrd="2" destOrd="0" presId="urn:microsoft.com/office/officeart/2005/8/layout/hList1"/>
    <dgm:cxn modelId="{236C1688-CF6C-4CEB-9502-96179B16180F}" type="presParOf" srcId="{60EEBB90-B4AD-478F-B73A-A54213632FF9}" destId="{15149606-31FF-483E-91B6-133CC39A46AE}" srcOrd="0" destOrd="2" presId="urn:microsoft.com/office/officeart/2005/8/layout/hList1"/>
    <dgm:cxn modelId="{2D770437-9F22-4FF4-A917-FEF097EC2BFA}" type="presOf" srcId="{8C055A54-80BB-49D1-A088-39E11B495864}" destId="{15149606-31FF-483E-91B6-133CC39A46AE}" srcOrd="0" destOrd="0" presId="urn:microsoft.com/office/officeart/2005/8/layout/hList1"/>
    <dgm:cxn modelId="{E8D0E0B4-1145-46DC-94A8-7AEE6A297B02}" type="presParOf" srcId="{60EEBB90-B4AD-478F-B73A-A54213632FF9}" destId="{80108022-D425-4784-A83E-744F319535A6}" srcOrd="1" destOrd="2" presId="urn:microsoft.com/office/officeart/2005/8/layout/hList1"/>
    <dgm:cxn modelId="{F8B8E802-82CC-4A4E-89CD-1DD32AFE5CD8}" type="presOf" srcId="{5018E71B-6F95-4ED9-AA51-78931AB3811B}" destId="{80108022-D425-4784-A83E-744F319535A6}" srcOrd="0" destOrd="0" presId="urn:microsoft.com/office/officeart/2005/8/layout/hList1"/>
    <dgm:cxn modelId="{A5A2067F-45EC-4112-AB5F-7289AEC337DD}" type="presOf" srcId="{DD05AFF2-AE4A-44E1-85DE-5D5CBF1C2F6A}" destId="{80108022-D425-4784-A83E-744F319535A6}" srcOrd="0" destOrd="1" presId="urn:microsoft.com/office/officeart/2005/8/layout/hList1"/>
    <dgm:cxn modelId="{D0E98E17-2A04-4774-B6C8-DE6D146C4726}" type="presOf" srcId="{250647CF-85D2-4C7A-8402-14D39562EC60}" destId="{80108022-D425-4784-A83E-744F319535A6}" srcOrd="0" destOrd="2" presId="urn:microsoft.com/office/officeart/2005/8/layout/hList1"/>
    <dgm:cxn modelId="{9C4A883D-7609-43CE-A8AA-FB4CA7BB5C48}" type="presOf" srcId="{483F6BCF-7891-4680-A53B-6639BFE0C70F}" destId="{80108022-D425-4784-A83E-744F319535A6}" srcOrd="0" destOrd="3" presId="urn:microsoft.com/office/officeart/2005/8/layout/hList1"/>
    <dgm:cxn modelId="{2A6EEAD5-C6F5-4C01-A1C7-3E6F5D155B6A}" type="presOf" srcId="{D81F3F48-FDFE-4ABE-BFB7-822DD698A45E}" destId="{80108022-D425-4784-A83E-744F319535A6}" srcOrd="0" destOrd="4" presId="urn:microsoft.com/office/officeart/2005/8/layout/hList1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AD001C-FDD7-4875-A96B-F7F74676AB74}" type="doc">
      <dgm:prSet/>
      <dgm:spPr/>
      <dgm:t>
        <a:bodyPr/>
        <a:p>
          <a:endParaRPr altLang="en-US"/>
        </a:p>
      </dgm:t>
    </dgm:pt>
    <dgm:pt modelId="{C874A83E-CB88-46A5-8560-5DCC42DC6B8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08921000-DAC3-4B54-85E4-F938EB633CC0}" cxnId="{45E662FD-0484-4C00-8099-94C31C40F9AA}" type="parTrans">
      <dgm:prSet/>
      <dgm:spPr/>
    </dgm:pt>
    <dgm:pt modelId="{0DC1607B-9DFD-4026-8E5C-4F0B7F717DD7}" cxnId="{45E662FD-0484-4C00-8099-94C31C40F9AA}" type="sibTrans">
      <dgm:prSet/>
      <dgm:spPr/>
    </dgm:pt>
    <dgm:pt modelId="{1D402B11-3EFB-4400-9A19-9B967BB62AE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T</a:t>
          </a:r>
          <a:r>
            <a:rPr lang="en-US">
              <a:sym typeface="+mn-ea"/>
            </a:rPr>
            <a:t>ypeScript</a:t>
          </a:r>
          <a:endParaRPr lang="en-US">
            <a:sym typeface="+mn-ea"/>
          </a:endParaRPr>
        </a:p>
      </dgm:t>
    </dgm:pt>
    <dgm:pt modelId="{7B831D72-6997-446F-8928-4A3CEEC61DDA}" cxnId="{6016BE4B-EB7F-43C7-B9D1-44B01957ACD6}" type="parTrans">
      <dgm:prSet/>
      <dgm:spPr/>
    </dgm:pt>
    <dgm:pt modelId="{6F90E374-4376-4339-B339-7F7EC84F1445}" cxnId="{6016BE4B-EB7F-43C7-B9D1-44B01957ACD6}" type="sibTrans">
      <dgm:prSet/>
      <dgm:spPr/>
    </dgm:pt>
    <dgm:pt modelId="{5A5CAD82-61A6-4D66-8C1F-C6D8EDED6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VS Code Extension API</a:t>
          </a:r>
          <a:endParaRPr lang="en-US">
            <a:sym typeface="+mn-ea"/>
          </a:endParaRPr>
        </a:p>
      </dgm:t>
    </dgm:pt>
    <dgm:pt modelId="{569A8B89-2DD5-4B03-990A-FA8B4C7BF531}" cxnId="{462FA748-E48A-4103-A0B6-1DF1A8753D69}" type="parTrans">
      <dgm:prSet/>
      <dgm:spPr/>
    </dgm:pt>
    <dgm:pt modelId="{EC300138-7DA2-4BDE-A5DC-93DDFF2AEF3A}" cxnId="{462FA748-E48A-4103-A0B6-1DF1A8753D69}" type="sibTrans">
      <dgm:prSet/>
      <dgm:spPr/>
    </dgm:pt>
    <dgm:pt modelId="{2330934E-650B-46C7-8379-A27AAD4B08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React (Webview Panel)</a:t>
          </a:r>
          <a:r>
            <a:rPr lang="en-US"/>
            <a:t/>
          </a:r>
          <a:endParaRPr lang="en-US"/>
        </a:p>
      </dgm:t>
    </dgm:pt>
    <dgm:pt modelId="{450DB3D1-708D-405D-B465-31BF7AA3F7E9}" cxnId="{3A7B628B-187C-4528-A338-4D8F51A0AC8D}" type="parTrans">
      <dgm:prSet/>
      <dgm:spPr/>
    </dgm:pt>
    <dgm:pt modelId="{1A97BE3D-E1BF-4FB7-B606-3EA2223DB7FA}" cxnId="{3A7B628B-187C-4528-A338-4D8F51A0AC8D}" type="sibTrans">
      <dgm:prSet/>
      <dgm:spPr/>
    </dgm:pt>
    <dgm:pt modelId="{8C055A54-80BB-49D1-A088-39E11B49586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r>
            <a:rPr altLang="en-US"/>
            <a:t/>
          </a:r>
          <a:endParaRPr altLang="en-US"/>
        </a:p>
      </dgm:t>
    </dgm:pt>
    <dgm:pt modelId="{293CC0A1-0538-493A-90C4-148328F3B5DC}" cxnId="{2541A878-9E51-4E5B-99E9-E177CD02018F}" type="parTrans">
      <dgm:prSet/>
      <dgm:spPr/>
    </dgm:pt>
    <dgm:pt modelId="{9060CD3A-4F73-411A-AD26-4A7452E12F2B}" cxnId="{2541A878-9E51-4E5B-99E9-E177CD02018F}" type="sibTrans">
      <dgm:prSet/>
      <dgm:spPr/>
    </dgm:pt>
    <dgm:pt modelId="{5018E71B-6F95-4ED9-AA51-78931AB3811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N</a:t>
          </a:r>
          <a:r>
            <a:rPr lang="en-US">
              <a:sym typeface="+mn-ea"/>
            </a:rPr>
            <a:t>ode.js</a:t>
          </a:r>
          <a:endParaRPr lang="en-US">
            <a:sym typeface="+mn-ea"/>
          </a:endParaRPr>
        </a:p>
      </dgm:t>
    </dgm:pt>
    <dgm:pt modelId="{DD3C6C1D-D382-4B5E-8008-083129DE4EEE}" cxnId="{996262F4-3F1A-474B-B01B-49C4C572F4EB}" type="parTrans">
      <dgm:prSet/>
      <dgm:spPr/>
    </dgm:pt>
    <dgm:pt modelId="{F5BC6661-20C3-43AE-8067-5A5107C8083F}" cxnId="{996262F4-3F1A-474B-B01B-49C4C572F4EB}" type="sibTrans">
      <dgm:prSet/>
      <dgm:spPr/>
    </dgm:pt>
    <dgm:pt modelId="{DD05AFF2-AE4A-44E1-85DE-5D5CBF1C2F6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Express.js</a:t>
          </a:r>
          <a:endParaRPr lang="en-US">
            <a:sym typeface="+mn-ea"/>
          </a:endParaRPr>
        </a:p>
      </dgm:t>
    </dgm:pt>
    <dgm:pt modelId="{4C15A49D-1747-4D05-B610-16DFC620246F}" cxnId="{9BA53AE6-BE80-4059-BBD9-35A8703A297B}" type="parTrans">
      <dgm:prSet/>
      <dgm:spPr/>
    </dgm:pt>
    <dgm:pt modelId="{773B8098-38F6-4827-84D0-8884A5E73D52}" cxnId="{9BA53AE6-BE80-4059-BBD9-35A8703A297B}" type="sibTrans">
      <dgm:prSet/>
      <dgm:spPr/>
    </dgm:pt>
    <dgm:pt modelId="{250647CF-85D2-4C7A-8402-14D39562EC6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LLM API (Claude/GPT)</a:t>
          </a:r>
          <a:endParaRPr lang="en-US">
            <a:sym typeface="+mn-ea"/>
          </a:endParaRPr>
        </a:p>
      </dgm:t>
    </dgm:pt>
    <dgm:pt modelId="{0D0BDFA5-E580-4CC1-A46F-5CB1EEF19AC8}" cxnId="{DD76B62B-3525-4562-AF6B-F3EA8AE0EB79}" type="parTrans">
      <dgm:prSet/>
      <dgm:spPr/>
    </dgm:pt>
    <dgm:pt modelId="{2B2585BB-BC71-4895-9D82-290F338AEF61}" cxnId="{DD76B62B-3525-4562-AF6B-F3EA8AE0EB79}" type="sibTrans">
      <dgm:prSet/>
      <dgm:spPr/>
    </dgm:pt>
    <dgm:pt modelId="{483F6BCF-7891-4680-A53B-6639BFE0C70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Playwright</a:t>
          </a:r>
          <a:endParaRPr lang="en-US">
            <a:sym typeface="+mn-ea"/>
          </a:endParaRPr>
        </a:p>
      </dgm:t>
    </dgm:pt>
    <dgm:pt modelId="{1968C7A6-9959-4E2F-BA25-52276881DFBA}" cxnId="{24F880A9-F13E-4EDB-9ACB-450AB12E66FE}" type="parTrans">
      <dgm:prSet/>
      <dgm:spPr/>
    </dgm:pt>
    <dgm:pt modelId="{B20D5052-8D35-44CD-BD7F-B0916FF0047B}" cxnId="{24F880A9-F13E-4EDB-9ACB-450AB12E66FE}" type="sibTrans">
      <dgm:prSet/>
      <dgm:spPr/>
    </dgm:pt>
    <dgm:pt modelId="{D81F3F48-FDFE-4ABE-BFB7-822DD698A45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Axios/Supertest</a:t>
          </a:r>
          <a:r>
            <a:rPr lang="en-US"/>
            <a:t/>
          </a:r>
          <a:endParaRPr lang="en-US"/>
        </a:p>
      </dgm:t>
    </dgm:pt>
    <dgm:pt modelId="{3E30BB58-0D01-4AAD-9323-4F5EC9D3E98F}" cxnId="{D56731E2-2DA9-47F2-9B4F-E3A65B415EBC}" type="parTrans">
      <dgm:prSet/>
      <dgm:spPr/>
    </dgm:pt>
    <dgm:pt modelId="{89A236B6-30E8-4F50-87BF-76104D696DB9}" cxnId="{D56731E2-2DA9-47F2-9B4F-E3A65B415EBC}" type="sibTrans">
      <dgm:prSet/>
      <dgm:spPr/>
    </dgm:pt>
    <dgm:pt modelId="{B1375513-A910-4479-B96D-6EEEB37271C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Database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37386FEE-1264-499F-A4B0-91DD399C055C}" cxnId="{248EE6E1-F963-4FA3-859C-00BCB3FF596C}" type="parTrans">
      <dgm:prSet/>
      <dgm:spPr/>
    </dgm:pt>
    <dgm:pt modelId="{82139FB1-01F7-4F5D-91F8-FF63A9D23336}" cxnId="{248EE6E1-F963-4FA3-859C-00BCB3FF596C}" type="sibTrans">
      <dgm:prSet/>
      <dgm:spPr/>
    </dgm:pt>
    <dgm:pt modelId="{95E9027E-588E-4B37-AD58-DF61D6B92B7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S</a:t>
          </a:r>
          <a:r>
            <a:rPr lang="en-US">
              <a:sym typeface="+mn-ea"/>
            </a:rPr>
            <a:t>QLite (local storage)</a:t>
          </a:r>
          <a:endParaRPr lang="en-US">
            <a:sym typeface="+mn-ea"/>
          </a:endParaRPr>
        </a:p>
      </dgm:t>
    </dgm:pt>
    <dgm:pt modelId="{30565796-EBE7-457C-9782-10D533AD36FC}" cxnId="{C262F906-CF5E-4B90-AC00-3ECFB88AAE59}" type="parTrans">
      <dgm:prSet/>
      <dgm:spPr/>
    </dgm:pt>
    <dgm:pt modelId="{252D0A9F-BF29-49CE-8FFE-B90AFA5EB780}" cxnId="{C262F906-CF5E-4B90-AC00-3ECFB88AAE59}" type="sibTrans">
      <dgm:prSet/>
      <dgm:spPr/>
    </dgm:pt>
    <dgm:pt modelId="{791BA333-D36A-4A41-90B1-CE90BAE8E4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PostgreSQL (optional cloud sync)</a:t>
          </a:r>
          <a:r>
            <a:rPr lang="en-US"/>
            <a:t/>
          </a:r>
          <a:endParaRPr lang="en-US"/>
        </a:p>
      </dgm:t>
    </dgm:pt>
    <dgm:pt modelId="{8E060D79-3A8B-42D8-B764-7793D486BEE3}" cxnId="{899FF871-3441-49D0-8DB2-BCD019F57A78}" type="parTrans">
      <dgm:prSet/>
      <dgm:spPr/>
    </dgm:pt>
    <dgm:pt modelId="{94C20A41-1F6A-41CC-91DB-68E24BD2035F}" cxnId="{899FF871-3441-49D0-8DB2-BCD019F57A78}" type="sibTrans">
      <dgm:prSet/>
      <dgm:spPr/>
    </dgm:pt>
    <dgm:pt modelId="{FA2DC531-6CE2-4FEB-A9C0-4070D3B097C9}" type="pres">
      <dgm:prSet presAssocID="{8FAD001C-FDD7-4875-A96B-F7F74676AB74}" presName="Name0" presStyleCnt="0">
        <dgm:presLayoutVars>
          <dgm:dir/>
          <dgm:animLvl val="lvl"/>
          <dgm:resizeHandles val="exact"/>
        </dgm:presLayoutVars>
      </dgm:prSet>
      <dgm:spPr/>
    </dgm:pt>
    <dgm:pt modelId="{CB10BD81-E310-4B8B-A416-AF1D8616014D}" type="pres">
      <dgm:prSet presAssocID="{C874A83E-CB88-46A5-8560-5DCC42DC6B8E}" presName="composite" presStyleCnt="0"/>
      <dgm:spPr/>
    </dgm:pt>
    <dgm:pt modelId="{EA6A355A-4EAD-492C-AFEC-04B7F6FC26F4}" type="pres">
      <dgm:prSet presAssocID="{C874A83E-CB88-46A5-8560-5DCC42DC6B8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FAF31F9-3861-4620-8038-83E3ABCBD92E}" type="pres">
      <dgm:prSet presAssocID="{C874A83E-CB88-46A5-8560-5DCC42DC6B8E}" presName="desTx" presStyleLbl="alignAccFollowNode1" presStyleIdx="0" presStyleCnt="3">
        <dgm:presLayoutVars>
          <dgm:bulletEnabled val="1"/>
        </dgm:presLayoutVars>
      </dgm:prSet>
      <dgm:spPr/>
    </dgm:pt>
    <dgm:pt modelId="{64C2F463-DBA7-4A76-875E-17F36FA88825}" type="pres">
      <dgm:prSet presAssocID="{0DC1607B-9DFD-4026-8E5C-4F0B7F717DD7}" presName="space" presStyleCnt="0"/>
      <dgm:spPr/>
    </dgm:pt>
    <dgm:pt modelId="{60EEBB90-B4AD-478F-B73A-A54213632FF9}" type="pres">
      <dgm:prSet presAssocID="{8C055A54-80BB-49D1-A088-39E11B495864}" presName="composite" presStyleCnt="0"/>
      <dgm:spPr/>
    </dgm:pt>
    <dgm:pt modelId="{15149606-31FF-483E-91B6-133CC39A46AE}" type="pres">
      <dgm:prSet presAssocID="{8C055A54-80BB-49D1-A088-39E11B49586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0108022-D425-4784-A83E-744F319535A6}" type="pres">
      <dgm:prSet presAssocID="{8C055A54-80BB-49D1-A088-39E11B495864}" presName="desTx" presStyleLbl="alignAccFollowNode1" presStyleIdx="1" presStyleCnt="3">
        <dgm:presLayoutVars>
          <dgm:bulletEnabled val="1"/>
        </dgm:presLayoutVars>
      </dgm:prSet>
      <dgm:spPr/>
    </dgm:pt>
    <dgm:pt modelId="{D7577F12-78AE-477E-9AF3-340527D9337C}" type="pres">
      <dgm:prSet presAssocID="{9060CD3A-4F73-411A-AD26-4A7452E12F2B}" presName="space" presStyleCnt="0"/>
      <dgm:spPr/>
    </dgm:pt>
    <dgm:pt modelId="{F99A49A8-02EB-4944-94B0-11F82B8F4919}" type="pres">
      <dgm:prSet presAssocID="{B1375513-A910-4479-B96D-6EEEB37271CD}" presName="composite" presStyleCnt="0"/>
      <dgm:spPr/>
    </dgm:pt>
    <dgm:pt modelId="{69BB8A83-E524-4BA4-B6CF-9398CE706C9B}" type="pres">
      <dgm:prSet presAssocID="{B1375513-A910-4479-B96D-6EEEB37271C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A2CA29B-8B07-4A29-815C-759BF55721F3}" type="pres">
      <dgm:prSet presAssocID="{B1375513-A910-4479-B96D-6EEEB37271C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5E662FD-0484-4C00-8099-94C31C40F9AA}" srcId="{8FAD001C-FDD7-4875-A96B-F7F74676AB74}" destId="{C874A83E-CB88-46A5-8560-5DCC42DC6B8E}" srcOrd="0" destOrd="0" parTransId="{08921000-DAC3-4B54-85E4-F938EB633CC0}" sibTransId="{0DC1607B-9DFD-4026-8E5C-4F0B7F717DD7}"/>
    <dgm:cxn modelId="{6016BE4B-EB7F-43C7-B9D1-44B01957ACD6}" srcId="{C874A83E-CB88-46A5-8560-5DCC42DC6B8E}" destId="{1D402B11-3EFB-4400-9A19-9B967BB62AE0}" srcOrd="0" destOrd="0" parTransId="{7B831D72-6997-446F-8928-4A3CEEC61DDA}" sibTransId="{6F90E374-4376-4339-B339-7F7EC84F1445}"/>
    <dgm:cxn modelId="{462FA748-E48A-4103-A0B6-1DF1A8753D69}" srcId="{C874A83E-CB88-46A5-8560-5DCC42DC6B8E}" destId="{5A5CAD82-61A6-4D66-8C1F-C6D8EDED6DC9}" srcOrd="1" destOrd="0" parTransId="{569A8B89-2DD5-4B03-990A-FA8B4C7BF531}" sibTransId="{EC300138-7DA2-4BDE-A5DC-93DDFF2AEF3A}"/>
    <dgm:cxn modelId="{3A7B628B-187C-4528-A338-4D8F51A0AC8D}" srcId="{C874A83E-CB88-46A5-8560-5DCC42DC6B8E}" destId="{2330934E-650B-46C7-8379-A27AAD4B0827}" srcOrd="2" destOrd="0" parTransId="{450DB3D1-708D-405D-B465-31BF7AA3F7E9}" sibTransId="{1A97BE3D-E1BF-4FB7-B606-3EA2223DB7FA}"/>
    <dgm:cxn modelId="{2541A878-9E51-4E5B-99E9-E177CD02018F}" srcId="{8FAD001C-FDD7-4875-A96B-F7F74676AB74}" destId="{8C055A54-80BB-49D1-A088-39E11B495864}" srcOrd="1" destOrd="0" parTransId="{293CC0A1-0538-493A-90C4-148328F3B5DC}" sibTransId="{9060CD3A-4F73-411A-AD26-4A7452E12F2B}"/>
    <dgm:cxn modelId="{996262F4-3F1A-474B-B01B-49C4C572F4EB}" srcId="{8C055A54-80BB-49D1-A088-39E11B495864}" destId="{5018E71B-6F95-4ED9-AA51-78931AB3811B}" srcOrd="0" destOrd="1" parTransId="{DD3C6C1D-D382-4B5E-8008-083129DE4EEE}" sibTransId="{F5BC6661-20C3-43AE-8067-5A5107C8083F}"/>
    <dgm:cxn modelId="{9BA53AE6-BE80-4059-BBD9-35A8703A297B}" srcId="{8C055A54-80BB-49D1-A088-39E11B495864}" destId="{DD05AFF2-AE4A-44E1-85DE-5D5CBF1C2F6A}" srcOrd="1" destOrd="1" parTransId="{4C15A49D-1747-4D05-B610-16DFC620246F}" sibTransId="{773B8098-38F6-4827-84D0-8884A5E73D52}"/>
    <dgm:cxn modelId="{DD76B62B-3525-4562-AF6B-F3EA8AE0EB79}" srcId="{8C055A54-80BB-49D1-A088-39E11B495864}" destId="{250647CF-85D2-4C7A-8402-14D39562EC60}" srcOrd="2" destOrd="1" parTransId="{0D0BDFA5-E580-4CC1-A46F-5CB1EEF19AC8}" sibTransId="{2B2585BB-BC71-4895-9D82-290F338AEF61}"/>
    <dgm:cxn modelId="{24F880A9-F13E-4EDB-9ACB-450AB12E66FE}" srcId="{8C055A54-80BB-49D1-A088-39E11B495864}" destId="{483F6BCF-7891-4680-A53B-6639BFE0C70F}" srcOrd="3" destOrd="1" parTransId="{1968C7A6-9959-4E2F-BA25-52276881DFBA}" sibTransId="{B20D5052-8D35-44CD-BD7F-B0916FF0047B}"/>
    <dgm:cxn modelId="{D56731E2-2DA9-47F2-9B4F-E3A65B415EBC}" srcId="{8C055A54-80BB-49D1-A088-39E11B495864}" destId="{D81F3F48-FDFE-4ABE-BFB7-822DD698A45E}" srcOrd="4" destOrd="1" parTransId="{3E30BB58-0D01-4AAD-9323-4F5EC9D3E98F}" sibTransId="{89A236B6-30E8-4F50-87BF-76104D696DB9}"/>
    <dgm:cxn modelId="{248EE6E1-F963-4FA3-859C-00BCB3FF596C}" srcId="{8FAD001C-FDD7-4875-A96B-F7F74676AB74}" destId="{B1375513-A910-4479-B96D-6EEEB37271CD}" srcOrd="2" destOrd="0" parTransId="{37386FEE-1264-499F-A4B0-91DD399C055C}" sibTransId="{82139FB1-01F7-4F5D-91F8-FF63A9D23336}"/>
    <dgm:cxn modelId="{C262F906-CF5E-4B90-AC00-3ECFB88AAE59}" srcId="{B1375513-A910-4479-B96D-6EEEB37271CD}" destId="{95E9027E-588E-4B37-AD58-DF61D6B92B73}" srcOrd="0" destOrd="2" parTransId="{30565796-EBE7-457C-9782-10D533AD36FC}" sibTransId="{252D0A9F-BF29-49CE-8FFE-B90AFA5EB780}"/>
    <dgm:cxn modelId="{899FF871-3441-49D0-8DB2-BCD019F57A78}" srcId="{B1375513-A910-4479-B96D-6EEEB37271CD}" destId="{791BA333-D36A-4A41-90B1-CE90BAE8E4E3}" srcOrd="1" destOrd="2" parTransId="{8E060D79-3A8B-42D8-B764-7793D486BEE3}" sibTransId="{94C20A41-1F6A-41CC-91DB-68E24BD2035F}"/>
    <dgm:cxn modelId="{64253CD5-AD74-42F0-A7D2-15F301FF6C22}" type="presOf" srcId="{8FAD001C-FDD7-4875-A96B-F7F74676AB74}" destId="{FA2DC531-6CE2-4FEB-A9C0-4070D3B097C9}" srcOrd="0" destOrd="0" presId="urn:microsoft.com/office/officeart/2005/8/layout/hList1"/>
    <dgm:cxn modelId="{15A372BA-A733-4133-BD30-B4E8B70CB274}" type="presParOf" srcId="{FA2DC531-6CE2-4FEB-A9C0-4070D3B097C9}" destId="{CB10BD81-E310-4B8B-A416-AF1D8616014D}" srcOrd="0" destOrd="0" presId="urn:microsoft.com/office/officeart/2005/8/layout/hList1"/>
    <dgm:cxn modelId="{1D79E2CD-2FA4-4D87-9B3E-555A1A3C640D}" type="presParOf" srcId="{CB10BD81-E310-4B8B-A416-AF1D8616014D}" destId="{EA6A355A-4EAD-492C-AFEC-04B7F6FC26F4}" srcOrd="0" destOrd="0" presId="urn:microsoft.com/office/officeart/2005/8/layout/hList1"/>
    <dgm:cxn modelId="{81DD2F90-9242-42B4-936E-625BCB3F3733}" type="presOf" srcId="{C874A83E-CB88-46A5-8560-5DCC42DC6B8E}" destId="{EA6A355A-4EAD-492C-AFEC-04B7F6FC26F4}" srcOrd="0" destOrd="0" presId="urn:microsoft.com/office/officeart/2005/8/layout/hList1"/>
    <dgm:cxn modelId="{06E5D03C-DF88-4C34-9F97-D67B4C1BCF8C}" type="presParOf" srcId="{CB10BD81-E310-4B8B-A416-AF1D8616014D}" destId="{FFAF31F9-3861-4620-8038-83E3ABCBD92E}" srcOrd="1" destOrd="0" presId="urn:microsoft.com/office/officeart/2005/8/layout/hList1"/>
    <dgm:cxn modelId="{C7B8C51C-42A3-448B-9017-7A7523375B6C}" type="presOf" srcId="{1D402B11-3EFB-4400-9A19-9B967BB62AE0}" destId="{FFAF31F9-3861-4620-8038-83E3ABCBD92E}" srcOrd="0" destOrd="0" presId="urn:microsoft.com/office/officeart/2005/8/layout/hList1"/>
    <dgm:cxn modelId="{4985AB0A-FFAC-404F-BA89-CF39F4A85686}" type="presOf" srcId="{5A5CAD82-61A6-4D66-8C1F-C6D8EDED6DC9}" destId="{FFAF31F9-3861-4620-8038-83E3ABCBD92E}" srcOrd="0" destOrd="1" presId="urn:microsoft.com/office/officeart/2005/8/layout/hList1"/>
    <dgm:cxn modelId="{F3CEEF04-942C-4B29-96BA-D5AB9E899FB2}" type="presOf" srcId="{2330934E-650B-46C7-8379-A27AAD4B0827}" destId="{FFAF31F9-3861-4620-8038-83E3ABCBD92E}" srcOrd="0" destOrd="2" presId="urn:microsoft.com/office/officeart/2005/8/layout/hList1"/>
    <dgm:cxn modelId="{DAFE290D-4A3B-47A8-A2FD-3CBF66ECF649}" type="presParOf" srcId="{FA2DC531-6CE2-4FEB-A9C0-4070D3B097C9}" destId="{64C2F463-DBA7-4A76-875E-17F36FA88825}" srcOrd="1" destOrd="0" presId="urn:microsoft.com/office/officeart/2005/8/layout/hList1"/>
    <dgm:cxn modelId="{0FE16F30-D0AB-4950-B32D-91F76532BF75}" type="presParOf" srcId="{FA2DC531-6CE2-4FEB-A9C0-4070D3B097C9}" destId="{60EEBB90-B4AD-478F-B73A-A54213632FF9}" srcOrd="2" destOrd="0" presId="urn:microsoft.com/office/officeart/2005/8/layout/hList1"/>
    <dgm:cxn modelId="{52CC2DD6-0415-4E00-947E-64B7621B48DB}" type="presParOf" srcId="{60EEBB90-B4AD-478F-B73A-A54213632FF9}" destId="{15149606-31FF-483E-91B6-133CC39A46AE}" srcOrd="0" destOrd="2" presId="urn:microsoft.com/office/officeart/2005/8/layout/hList1"/>
    <dgm:cxn modelId="{BF837D3F-E65A-4882-8BB6-08F7064F6E16}" type="presOf" srcId="{8C055A54-80BB-49D1-A088-39E11B495864}" destId="{15149606-31FF-483E-91B6-133CC39A46AE}" srcOrd="0" destOrd="0" presId="urn:microsoft.com/office/officeart/2005/8/layout/hList1"/>
    <dgm:cxn modelId="{2062CC7F-E1B2-4EEC-9B64-624D9D634701}" type="presParOf" srcId="{60EEBB90-B4AD-478F-B73A-A54213632FF9}" destId="{80108022-D425-4784-A83E-744F319535A6}" srcOrd="1" destOrd="2" presId="urn:microsoft.com/office/officeart/2005/8/layout/hList1"/>
    <dgm:cxn modelId="{1963E0F9-0B27-43C0-991A-01F8617ACEAC}" type="presOf" srcId="{5018E71B-6F95-4ED9-AA51-78931AB3811B}" destId="{80108022-D425-4784-A83E-744F319535A6}" srcOrd="0" destOrd="0" presId="urn:microsoft.com/office/officeart/2005/8/layout/hList1"/>
    <dgm:cxn modelId="{72691F80-198B-417E-9F1A-92224B0DA47D}" type="presOf" srcId="{DD05AFF2-AE4A-44E1-85DE-5D5CBF1C2F6A}" destId="{80108022-D425-4784-A83E-744F319535A6}" srcOrd="0" destOrd="1" presId="urn:microsoft.com/office/officeart/2005/8/layout/hList1"/>
    <dgm:cxn modelId="{ED00B794-3A2C-4FD3-86EB-B95EC5A86E37}" type="presOf" srcId="{250647CF-85D2-4C7A-8402-14D39562EC60}" destId="{80108022-D425-4784-A83E-744F319535A6}" srcOrd="0" destOrd="2" presId="urn:microsoft.com/office/officeart/2005/8/layout/hList1"/>
    <dgm:cxn modelId="{973A7F38-5267-4173-9EC6-86F884679D07}" type="presOf" srcId="{483F6BCF-7891-4680-A53B-6639BFE0C70F}" destId="{80108022-D425-4784-A83E-744F319535A6}" srcOrd="0" destOrd="3" presId="urn:microsoft.com/office/officeart/2005/8/layout/hList1"/>
    <dgm:cxn modelId="{11DDD18B-BC18-4BF7-AC1D-B2960C7E7481}" type="presOf" srcId="{D81F3F48-FDFE-4ABE-BFB7-822DD698A45E}" destId="{80108022-D425-4784-A83E-744F319535A6}" srcOrd="0" destOrd="4" presId="urn:microsoft.com/office/officeart/2005/8/layout/hList1"/>
    <dgm:cxn modelId="{EE8EF2B0-4485-4DBA-A472-9960BF6129FB}" type="presParOf" srcId="{FA2DC531-6CE2-4FEB-A9C0-4070D3B097C9}" destId="{D7577F12-78AE-477E-9AF3-340527D9337C}" srcOrd="3" destOrd="0" presId="urn:microsoft.com/office/officeart/2005/8/layout/hList1"/>
    <dgm:cxn modelId="{CA7015EB-5897-48C7-B7E3-8ED7B1F7DA1E}" type="presParOf" srcId="{FA2DC531-6CE2-4FEB-A9C0-4070D3B097C9}" destId="{F99A49A8-02EB-4944-94B0-11F82B8F4919}" srcOrd="4" destOrd="0" presId="urn:microsoft.com/office/officeart/2005/8/layout/hList1"/>
    <dgm:cxn modelId="{9A5C4A2B-A357-47ED-83F9-9B266BAFA964}" type="presParOf" srcId="{F99A49A8-02EB-4944-94B0-11F82B8F4919}" destId="{69BB8A83-E524-4BA4-B6CF-9398CE706C9B}" srcOrd="0" destOrd="4" presId="urn:microsoft.com/office/officeart/2005/8/layout/hList1"/>
    <dgm:cxn modelId="{7DE0DB5B-A439-4F35-8D7B-A2241E3376DE}" type="presOf" srcId="{B1375513-A910-4479-B96D-6EEEB37271CD}" destId="{69BB8A83-E524-4BA4-B6CF-9398CE706C9B}" srcOrd="0" destOrd="0" presId="urn:microsoft.com/office/officeart/2005/8/layout/hList1"/>
    <dgm:cxn modelId="{9EB87CF9-7182-4BCF-8144-5750C8F01F4C}" type="presParOf" srcId="{F99A49A8-02EB-4944-94B0-11F82B8F4919}" destId="{BA2CA29B-8B07-4A29-815C-759BF55721F3}" srcOrd="1" destOrd="4" presId="urn:microsoft.com/office/officeart/2005/8/layout/hList1"/>
    <dgm:cxn modelId="{59C185F0-77EC-4657-BB20-1E5ACDBA55DC}" type="presOf" srcId="{95E9027E-588E-4B37-AD58-DF61D6B92B73}" destId="{BA2CA29B-8B07-4A29-815C-759BF55721F3}" srcOrd="0" destOrd="0" presId="urn:microsoft.com/office/officeart/2005/8/layout/hList1"/>
    <dgm:cxn modelId="{08CBBE01-DE56-4906-8A3C-6FA4674D7FC5}" type="presOf" srcId="{791BA333-D36A-4A41-90B1-CE90BAE8E4E3}" destId="{BA2CA29B-8B07-4A29-815C-759BF55721F3}" srcOrd="0" destOrd="1" presId="urn:microsoft.com/office/officeart/2005/8/layout/hList1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AD001C-FDD7-4875-A96B-F7F74676AB74}" type="doc">
      <dgm:prSet/>
      <dgm:spPr/>
      <dgm:t>
        <a:bodyPr/>
        <a:p>
          <a:endParaRPr altLang="en-US"/>
        </a:p>
      </dgm:t>
    </dgm:pt>
    <dgm:pt modelId="{C874A83E-CB88-46A5-8560-5DCC42DC6B8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08921000-DAC3-4B54-85E4-F938EB633CC0}" cxnId="{B24C78DA-9A32-4287-A8D1-466C8EEDF159}" type="parTrans">
      <dgm:prSet/>
      <dgm:spPr/>
    </dgm:pt>
    <dgm:pt modelId="{0DC1607B-9DFD-4026-8E5C-4F0B7F717DD7}" cxnId="{B24C78DA-9A32-4287-A8D1-466C8EEDF159}" type="sibTrans">
      <dgm:prSet/>
      <dgm:spPr/>
    </dgm:pt>
    <dgm:pt modelId="{1D402B11-3EFB-4400-9A19-9B967BB62AE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T</a:t>
          </a:r>
          <a:r>
            <a:rPr lang="en-US">
              <a:sym typeface="+mn-ea"/>
            </a:rPr>
            <a:t>ypeScript</a:t>
          </a:r>
          <a:endParaRPr lang="en-US">
            <a:sym typeface="+mn-ea"/>
          </a:endParaRPr>
        </a:p>
      </dgm:t>
    </dgm:pt>
    <dgm:pt modelId="{7B831D72-6997-446F-8928-4A3CEEC61DDA}" cxnId="{F7F4EF03-46FA-4988-A8FE-17ED0785792B}" type="parTrans">
      <dgm:prSet/>
      <dgm:spPr/>
    </dgm:pt>
    <dgm:pt modelId="{6F90E374-4376-4339-B339-7F7EC84F1445}" cxnId="{F7F4EF03-46FA-4988-A8FE-17ED0785792B}" type="sibTrans">
      <dgm:prSet/>
      <dgm:spPr/>
    </dgm:pt>
    <dgm:pt modelId="{5A5CAD82-61A6-4D66-8C1F-C6D8EDED6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VS Code Extension API</a:t>
          </a:r>
          <a:endParaRPr lang="en-US">
            <a:sym typeface="+mn-ea"/>
          </a:endParaRPr>
        </a:p>
      </dgm:t>
    </dgm:pt>
    <dgm:pt modelId="{569A8B89-2DD5-4B03-990A-FA8B4C7BF531}" cxnId="{2E508FEE-8F0A-4F72-928B-29C251441DE7}" type="parTrans">
      <dgm:prSet/>
      <dgm:spPr/>
    </dgm:pt>
    <dgm:pt modelId="{EC300138-7DA2-4BDE-A5DC-93DDFF2AEF3A}" cxnId="{2E508FEE-8F0A-4F72-928B-29C251441DE7}" type="sibTrans">
      <dgm:prSet/>
      <dgm:spPr/>
    </dgm:pt>
    <dgm:pt modelId="{2330934E-650B-46C7-8379-A27AAD4B08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React (Webview Panel)</a:t>
          </a:r>
          <a:r>
            <a:rPr lang="en-US"/>
            <a:t/>
          </a:r>
          <a:endParaRPr lang="en-US"/>
        </a:p>
      </dgm:t>
    </dgm:pt>
    <dgm:pt modelId="{450DB3D1-708D-405D-B465-31BF7AA3F7E9}" cxnId="{4F469785-DA64-4A9B-998A-5A90C80E8115}" type="parTrans">
      <dgm:prSet/>
      <dgm:spPr/>
    </dgm:pt>
    <dgm:pt modelId="{1A97BE3D-E1BF-4FB7-B606-3EA2223DB7FA}" cxnId="{4F469785-DA64-4A9B-998A-5A90C80E8115}" type="sibTrans">
      <dgm:prSet/>
      <dgm:spPr/>
    </dgm:pt>
    <dgm:pt modelId="{8C055A54-80BB-49D1-A088-39E11B49586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r>
            <a:rPr altLang="en-US"/>
            <a:t/>
          </a:r>
          <a:endParaRPr altLang="en-US"/>
        </a:p>
      </dgm:t>
    </dgm:pt>
    <dgm:pt modelId="{293CC0A1-0538-493A-90C4-148328F3B5DC}" cxnId="{A30B5602-4D86-4364-8F05-8F9043341CF2}" type="parTrans">
      <dgm:prSet/>
      <dgm:spPr/>
    </dgm:pt>
    <dgm:pt modelId="{9060CD3A-4F73-411A-AD26-4A7452E12F2B}" cxnId="{A30B5602-4D86-4364-8F05-8F9043341CF2}" type="sibTrans">
      <dgm:prSet/>
      <dgm:spPr/>
    </dgm:pt>
    <dgm:pt modelId="{5018E71B-6F95-4ED9-AA51-78931AB3811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N</a:t>
          </a:r>
          <a:r>
            <a:rPr lang="en-US">
              <a:sym typeface="+mn-ea"/>
            </a:rPr>
            <a:t>ode.js</a:t>
          </a:r>
          <a:endParaRPr lang="en-US">
            <a:sym typeface="+mn-ea"/>
          </a:endParaRPr>
        </a:p>
      </dgm:t>
    </dgm:pt>
    <dgm:pt modelId="{DD3C6C1D-D382-4B5E-8008-083129DE4EEE}" cxnId="{4785755B-EC18-411A-A0D0-7CBE119BFB05}" type="parTrans">
      <dgm:prSet/>
      <dgm:spPr/>
    </dgm:pt>
    <dgm:pt modelId="{F5BC6661-20C3-43AE-8067-5A5107C8083F}" cxnId="{4785755B-EC18-411A-A0D0-7CBE119BFB05}" type="sibTrans">
      <dgm:prSet/>
      <dgm:spPr/>
    </dgm:pt>
    <dgm:pt modelId="{DD05AFF2-AE4A-44E1-85DE-5D5CBF1C2F6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Express.js</a:t>
          </a:r>
          <a:endParaRPr lang="en-US">
            <a:sym typeface="+mn-ea"/>
          </a:endParaRPr>
        </a:p>
      </dgm:t>
    </dgm:pt>
    <dgm:pt modelId="{4C15A49D-1747-4D05-B610-16DFC620246F}" cxnId="{9511881B-4CC2-40FA-A466-88F97BC68786}" type="parTrans">
      <dgm:prSet/>
      <dgm:spPr/>
    </dgm:pt>
    <dgm:pt modelId="{773B8098-38F6-4827-84D0-8884A5E73D52}" cxnId="{9511881B-4CC2-40FA-A466-88F97BC68786}" type="sibTrans">
      <dgm:prSet/>
      <dgm:spPr/>
    </dgm:pt>
    <dgm:pt modelId="{250647CF-85D2-4C7A-8402-14D39562EC6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LLM API (Claude/GPT)</a:t>
          </a:r>
          <a:endParaRPr lang="en-US">
            <a:sym typeface="+mn-ea"/>
          </a:endParaRPr>
        </a:p>
      </dgm:t>
    </dgm:pt>
    <dgm:pt modelId="{0D0BDFA5-E580-4CC1-A46F-5CB1EEF19AC8}" cxnId="{A395B7AA-2156-4D90-A5BA-826FC1C7E1D9}" type="parTrans">
      <dgm:prSet/>
      <dgm:spPr/>
    </dgm:pt>
    <dgm:pt modelId="{2B2585BB-BC71-4895-9D82-290F338AEF61}" cxnId="{A395B7AA-2156-4D90-A5BA-826FC1C7E1D9}" type="sibTrans">
      <dgm:prSet/>
      <dgm:spPr/>
    </dgm:pt>
    <dgm:pt modelId="{483F6BCF-7891-4680-A53B-6639BFE0C70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Playwright</a:t>
          </a:r>
          <a:endParaRPr lang="en-US">
            <a:sym typeface="+mn-ea"/>
          </a:endParaRPr>
        </a:p>
      </dgm:t>
    </dgm:pt>
    <dgm:pt modelId="{1968C7A6-9959-4E2F-BA25-52276881DFBA}" cxnId="{68143AB7-288B-42FF-8366-30A6B9F7264F}" type="parTrans">
      <dgm:prSet/>
      <dgm:spPr/>
    </dgm:pt>
    <dgm:pt modelId="{B20D5052-8D35-44CD-BD7F-B0916FF0047B}" cxnId="{68143AB7-288B-42FF-8366-30A6B9F7264F}" type="sibTrans">
      <dgm:prSet/>
      <dgm:spPr/>
    </dgm:pt>
    <dgm:pt modelId="{D81F3F48-FDFE-4ABE-BFB7-822DD698A45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Axios/Supertest</a:t>
          </a:r>
          <a:r>
            <a:rPr lang="en-US"/>
            <a:t/>
          </a:r>
          <a:endParaRPr lang="en-US"/>
        </a:p>
      </dgm:t>
    </dgm:pt>
    <dgm:pt modelId="{3E30BB58-0D01-4AAD-9323-4F5EC9D3E98F}" cxnId="{5D32B82F-119F-477C-935D-D821BA8376AF}" type="parTrans">
      <dgm:prSet/>
      <dgm:spPr/>
    </dgm:pt>
    <dgm:pt modelId="{89A236B6-30E8-4F50-87BF-76104D696DB9}" cxnId="{5D32B82F-119F-477C-935D-D821BA8376AF}" type="sibTrans">
      <dgm:prSet/>
      <dgm:spPr/>
    </dgm:pt>
    <dgm:pt modelId="{B1375513-A910-4479-B96D-6EEEB37271C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Database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37386FEE-1264-499F-A4B0-91DD399C055C}" cxnId="{39D9BEB7-46AC-4AF5-BAC2-5053E61F5964}" type="parTrans">
      <dgm:prSet/>
      <dgm:spPr/>
    </dgm:pt>
    <dgm:pt modelId="{82139FB1-01F7-4F5D-91F8-FF63A9D23336}" cxnId="{39D9BEB7-46AC-4AF5-BAC2-5053E61F5964}" type="sibTrans">
      <dgm:prSet/>
      <dgm:spPr/>
    </dgm:pt>
    <dgm:pt modelId="{95E9027E-588E-4B37-AD58-DF61D6B92B7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S</a:t>
          </a:r>
          <a:r>
            <a:rPr lang="en-US">
              <a:sym typeface="+mn-ea"/>
            </a:rPr>
            <a:t>QLite (local storage)</a:t>
          </a:r>
          <a:endParaRPr lang="en-US">
            <a:sym typeface="+mn-ea"/>
          </a:endParaRPr>
        </a:p>
      </dgm:t>
    </dgm:pt>
    <dgm:pt modelId="{30565796-EBE7-457C-9782-10D533AD36FC}" cxnId="{1BB56AC4-4E38-4C08-9832-1C1F98D8E7C6}" type="parTrans">
      <dgm:prSet/>
      <dgm:spPr/>
    </dgm:pt>
    <dgm:pt modelId="{252D0A9F-BF29-49CE-8FFE-B90AFA5EB780}" cxnId="{1BB56AC4-4E38-4C08-9832-1C1F98D8E7C6}" type="sibTrans">
      <dgm:prSet/>
      <dgm:spPr/>
    </dgm:pt>
    <dgm:pt modelId="{791BA333-D36A-4A41-90B1-CE90BAE8E4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PostgreSQL (optional cloud sync)</a:t>
          </a:r>
          <a:r>
            <a:rPr lang="en-US"/>
            <a:t/>
          </a:r>
          <a:endParaRPr lang="en-US"/>
        </a:p>
      </dgm:t>
    </dgm:pt>
    <dgm:pt modelId="{8E060D79-3A8B-42D8-B764-7793D486BEE3}" cxnId="{5CABAC87-2105-4AB4-8E6D-239247CB34B8}" type="parTrans">
      <dgm:prSet/>
      <dgm:spPr/>
    </dgm:pt>
    <dgm:pt modelId="{94C20A41-1F6A-41CC-91DB-68E24BD2035F}" cxnId="{5CABAC87-2105-4AB4-8E6D-239247CB34B8}" type="sibTrans">
      <dgm:prSet/>
      <dgm:spPr/>
    </dgm:pt>
    <dgm:pt modelId="{3AAB41BE-60B6-4214-BE8A-0E96405504B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Cloud &amp; DevOps</a:t>
          </a:r>
          <a:r>
            <a:rPr altLang="en-US"/>
            <a:t/>
          </a:r>
          <a:endParaRPr altLang="en-US"/>
        </a:p>
      </dgm:t>
    </dgm:pt>
    <dgm:pt modelId="{B3E15E9D-07E4-4861-8346-4376550EF1A3}" cxnId="{E08F6653-9DE0-42C5-A6BA-5289C96FB259}" type="parTrans">
      <dgm:prSet/>
      <dgm:spPr/>
    </dgm:pt>
    <dgm:pt modelId="{FF3FCB8A-9D05-4FBC-BE93-971C16945CF9}" cxnId="{E08F6653-9DE0-42C5-A6BA-5289C96FB259}" type="sibTrans">
      <dgm:prSet/>
      <dgm:spPr/>
    </dgm:pt>
    <dgm:pt modelId="{6E6249CF-05F7-4E99-86C0-DDD23F13E71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D</a:t>
          </a:r>
          <a:r>
            <a:rPr lang="en-US">
              <a:sym typeface="+mn-ea"/>
            </a:rPr>
            <a:t>ocker</a:t>
          </a:r>
          <a:endParaRPr lang="en-US">
            <a:sym typeface="+mn-ea"/>
          </a:endParaRPr>
        </a:p>
      </dgm:t>
    </dgm:pt>
    <dgm:pt modelId="{CE51BAEB-DC0B-41E8-A5D3-ACF04F51D6AB}" cxnId="{B37290FD-87E6-4810-97B5-3BE34DBF4308}" type="parTrans">
      <dgm:prSet/>
      <dgm:spPr/>
    </dgm:pt>
    <dgm:pt modelId="{331757DF-B7C8-4763-B5DC-8F7731DD9F1F}" cxnId="{B37290FD-87E6-4810-97B5-3BE34DBF4308}" type="sibTrans">
      <dgm:prSet/>
      <dgm:spPr/>
    </dgm:pt>
    <dgm:pt modelId="{B0E6FCB8-93C5-4C80-AA92-34ED2EFDA9C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GitHub Actions (CI/CD)</a:t>
          </a:r>
          <a:endParaRPr lang="en-US">
            <a:sym typeface="+mn-ea"/>
          </a:endParaRPr>
        </a:p>
      </dgm:t>
    </dgm:pt>
    <dgm:pt modelId="{1CBD8B96-E3C5-4784-8FFD-B7DE5C92D915}" cxnId="{B4861CD0-D9C2-41E2-9E84-563D5B292B63}" type="parTrans">
      <dgm:prSet/>
      <dgm:spPr/>
    </dgm:pt>
    <dgm:pt modelId="{D44CF447-5DA2-45F2-BF00-204BDA29DE42}" cxnId="{B4861CD0-D9C2-41E2-9E84-563D5B292B63}" type="sibTrans">
      <dgm:prSet/>
      <dgm:spPr/>
    </dgm:pt>
    <dgm:pt modelId="{03071E54-3B1C-47D6-A119-95B3F22D4DD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Vercel / Render (deployment)</a:t>
          </a:r>
          <a:r>
            <a:rPr lang="en-US"/>
            <a:t/>
          </a:r>
          <a:endParaRPr lang="en-US"/>
        </a:p>
      </dgm:t>
    </dgm:pt>
    <dgm:pt modelId="{949EC0E0-9FDB-49E5-A7C0-28A9B63C0FE1}" cxnId="{FF5BC368-DDDB-42CE-9DC1-77AFD0FC3577}" type="parTrans">
      <dgm:prSet/>
      <dgm:spPr/>
    </dgm:pt>
    <dgm:pt modelId="{AA19C1CD-4E22-4E00-97FE-8B115CD038F7}" cxnId="{FF5BC368-DDDB-42CE-9DC1-77AFD0FC3577}" type="sibTrans">
      <dgm:prSet/>
      <dgm:spPr/>
    </dgm:pt>
    <dgm:pt modelId="{FA2DC531-6CE2-4FEB-A9C0-4070D3B097C9}" type="pres">
      <dgm:prSet presAssocID="{8FAD001C-FDD7-4875-A96B-F7F74676AB74}" presName="Name0" presStyleCnt="0">
        <dgm:presLayoutVars>
          <dgm:dir/>
          <dgm:animLvl val="lvl"/>
          <dgm:resizeHandles val="exact"/>
        </dgm:presLayoutVars>
      </dgm:prSet>
      <dgm:spPr/>
    </dgm:pt>
    <dgm:pt modelId="{CB10BD81-E310-4B8B-A416-AF1D8616014D}" type="pres">
      <dgm:prSet presAssocID="{C874A83E-CB88-46A5-8560-5DCC42DC6B8E}" presName="composite" presStyleCnt="0"/>
      <dgm:spPr/>
    </dgm:pt>
    <dgm:pt modelId="{EA6A355A-4EAD-492C-AFEC-04B7F6FC26F4}" type="pres">
      <dgm:prSet presAssocID="{C874A83E-CB88-46A5-8560-5DCC42DC6B8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FAF31F9-3861-4620-8038-83E3ABCBD92E}" type="pres">
      <dgm:prSet presAssocID="{C874A83E-CB88-46A5-8560-5DCC42DC6B8E}" presName="desTx" presStyleLbl="alignAccFollowNode1" presStyleIdx="0" presStyleCnt="4">
        <dgm:presLayoutVars>
          <dgm:bulletEnabled val="1"/>
        </dgm:presLayoutVars>
      </dgm:prSet>
      <dgm:spPr/>
    </dgm:pt>
    <dgm:pt modelId="{64C2F463-DBA7-4A76-875E-17F36FA88825}" type="pres">
      <dgm:prSet presAssocID="{0DC1607B-9DFD-4026-8E5C-4F0B7F717DD7}" presName="space" presStyleCnt="0"/>
      <dgm:spPr/>
    </dgm:pt>
    <dgm:pt modelId="{60EEBB90-B4AD-478F-B73A-A54213632FF9}" type="pres">
      <dgm:prSet presAssocID="{8C055A54-80BB-49D1-A088-39E11B495864}" presName="composite" presStyleCnt="0"/>
      <dgm:spPr/>
    </dgm:pt>
    <dgm:pt modelId="{15149606-31FF-483E-91B6-133CC39A46AE}" type="pres">
      <dgm:prSet presAssocID="{8C055A54-80BB-49D1-A088-39E11B49586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0108022-D425-4784-A83E-744F319535A6}" type="pres">
      <dgm:prSet presAssocID="{8C055A54-80BB-49D1-A088-39E11B495864}" presName="desTx" presStyleLbl="alignAccFollowNode1" presStyleIdx="1" presStyleCnt="4">
        <dgm:presLayoutVars>
          <dgm:bulletEnabled val="1"/>
        </dgm:presLayoutVars>
      </dgm:prSet>
      <dgm:spPr/>
    </dgm:pt>
    <dgm:pt modelId="{D7577F12-78AE-477E-9AF3-340527D9337C}" type="pres">
      <dgm:prSet presAssocID="{9060CD3A-4F73-411A-AD26-4A7452E12F2B}" presName="space" presStyleCnt="0"/>
      <dgm:spPr/>
    </dgm:pt>
    <dgm:pt modelId="{F99A49A8-02EB-4944-94B0-11F82B8F4919}" type="pres">
      <dgm:prSet presAssocID="{B1375513-A910-4479-B96D-6EEEB37271CD}" presName="composite" presStyleCnt="0"/>
      <dgm:spPr/>
    </dgm:pt>
    <dgm:pt modelId="{69BB8A83-E524-4BA4-B6CF-9398CE706C9B}" type="pres">
      <dgm:prSet presAssocID="{B1375513-A910-4479-B96D-6EEEB37271C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BA2CA29B-8B07-4A29-815C-759BF55721F3}" type="pres">
      <dgm:prSet presAssocID="{B1375513-A910-4479-B96D-6EEEB37271CD}" presName="desTx" presStyleLbl="alignAccFollowNode1" presStyleIdx="2" presStyleCnt="4">
        <dgm:presLayoutVars>
          <dgm:bulletEnabled val="1"/>
        </dgm:presLayoutVars>
      </dgm:prSet>
      <dgm:spPr/>
    </dgm:pt>
    <dgm:pt modelId="{D59FE87A-60B5-4221-9800-4D5516CCE6B7}" type="pres">
      <dgm:prSet presAssocID="{82139FB1-01F7-4F5D-91F8-FF63A9D23336}" presName="space" presStyleCnt="0"/>
      <dgm:spPr/>
    </dgm:pt>
    <dgm:pt modelId="{5B93484B-FD3D-466C-9577-9F29CAEB4BBF}" type="pres">
      <dgm:prSet presAssocID="{3AAB41BE-60B6-4214-BE8A-0E96405504B3}" presName="composite" presStyleCnt="0"/>
      <dgm:spPr/>
    </dgm:pt>
    <dgm:pt modelId="{4D07EF84-391B-420B-B8C0-E92DEBB97376}" type="pres">
      <dgm:prSet presAssocID="{3AAB41BE-60B6-4214-BE8A-0E96405504B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29CB5DC-ADE4-415A-9326-A1F29B6F335C}" type="pres">
      <dgm:prSet presAssocID="{3AAB41BE-60B6-4214-BE8A-0E96405504B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24C78DA-9A32-4287-A8D1-466C8EEDF159}" srcId="{8FAD001C-FDD7-4875-A96B-F7F74676AB74}" destId="{C874A83E-CB88-46A5-8560-5DCC42DC6B8E}" srcOrd="0" destOrd="0" parTransId="{08921000-DAC3-4B54-85E4-F938EB633CC0}" sibTransId="{0DC1607B-9DFD-4026-8E5C-4F0B7F717DD7}"/>
    <dgm:cxn modelId="{F7F4EF03-46FA-4988-A8FE-17ED0785792B}" srcId="{C874A83E-CB88-46A5-8560-5DCC42DC6B8E}" destId="{1D402B11-3EFB-4400-9A19-9B967BB62AE0}" srcOrd="0" destOrd="0" parTransId="{7B831D72-6997-446F-8928-4A3CEEC61DDA}" sibTransId="{6F90E374-4376-4339-B339-7F7EC84F1445}"/>
    <dgm:cxn modelId="{2E508FEE-8F0A-4F72-928B-29C251441DE7}" srcId="{C874A83E-CB88-46A5-8560-5DCC42DC6B8E}" destId="{5A5CAD82-61A6-4D66-8C1F-C6D8EDED6DC9}" srcOrd="1" destOrd="0" parTransId="{569A8B89-2DD5-4B03-990A-FA8B4C7BF531}" sibTransId="{EC300138-7DA2-4BDE-A5DC-93DDFF2AEF3A}"/>
    <dgm:cxn modelId="{4F469785-DA64-4A9B-998A-5A90C80E8115}" srcId="{C874A83E-CB88-46A5-8560-5DCC42DC6B8E}" destId="{2330934E-650B-46C7-8379-A27AAD4B0827}" srcOrd="2" destOrd="0" parTransId="{450DB3D1-708D-405D-B465-31BF7AA3F7E9}" sibTransId="{1A97BE3D-E1BF-4FB7-B606-3EA2223DB7FA}"/>
    <dgm:cxn modelId="{A30B5602-4D86-4364-8F05-8F9043341CF2}" srcId="{8FAD001C-FDD7-4875-A96B-F7F74676AB74}" destId="{8C055A54-80BB-49D1-A088-39E11B495864}" srcOrd="1" destOrd="0" parTransId="{293CC0A1-0538-493A-90C4-148328F3B5DC}" sibTransId="{9060CD3A-4F73-411A-AD26-4A7452E12F2B}"/>
    <dgm:cxn modelId="{4785755B-EC18-411A-A0D0-7CBE119BFB05}" srcId="{8C055A54-80BB-49D1-A088-39E11B495864}" destId="{5018E71B-6F95-4ED9-AA51-78931AB3811B}" srcOrd="0" destOrd="1" parTransId="{DD3C6C1D-D382-4B5E-8008-083129DE4EEE}" sibTransId="{F5BC6661-20C3-43AE-8067-5A5107C8083F}"/>
    <dgm:cxn modelId="{9511881B-4CC2-40FA-A466-88F97BC68786}" srcId="{8C055A54-80BB-49D1-A088-39E11B495864}" destId="{DD05AFF2-AE4A-44E1-85DE-5D5CBF1C2F6A}" srcOrd="1" destOrd="1" parTransId="{4C15A49D-1747-4D05-B610-16DFC620246F}" sibTransId="{773B8098-38F6-4827-84D0-8884A5E73D52}"/>
    <dgm:cxn modelId="{A395B7AA-2156-4D90-A5BA-826FC1C7E1D9}" srcId="{8C055A54-80BB-49D1-A088-39E11B495864}" destId="{250647CF-85D2-4C7A-8402-14D39562EC60}" srcOrd="2" destOrd="1" parTransId="{0D0BDFA5-E580-4CC1-A46F-5CB1EEF19AC8}" sibTransId="{2B2585BB-BC71-4895-9D82-290F338AEF61}"/>
    <dgm:cxn modelId="{68143AB7-288B-42FF-8366-30A6B9F7264F}" srcId="{8C055A54-80BB-49D1-A088-39E11B495864}" destId="{483F6BCF-7891-4680-A53B-6639BFE0C70F}" srcOrd="3" destOrd="1" parTransId="{1968C7A6-9959-4E2F-BA25-52276881DFBA}" sibTransId="{B20D5052-8D35-44CD-BD7F-B0916FF0047B}"/>
    <dgm:cxn modelId="{5D32B82F-119F-477C-935D-D821BA8376AF}" srcId="{8C055A54-80BB-49D1-A088-39E11B495864}" destId="{D81F3F48-FDFE-4ABE-BFB7-822DD698A45E}" srcOrd="4" destOrd="1" parTransId="{3E30BB58-0D01-4AAD-9323-4F5EC9D3E98F}" sibTransId="{89A236B6-30E8-4F50-87BF-76104D696DB9}"/>
    <dgm:cxn modelId="{39D9BEB7-46AC-4AF5-BAC2-5053E61F5964}" srcId="{8FAD001C-FDD7-4875-A96B-F7F74676AB74}" destId="{B1375513-A910-4479-B96D-6EEEB37271CD}" srcOrd="2" destOrd="0" parTransId="{37386FEE-1264-499F-A4B0-91DD399C055C}" sibTransId="{82139FB1-01F7-4F5D-91F8-FF63A9D23336}"/>
    <dgm:cxn modelId="{1BB56AC4-4E38-4C08-9832-1C1F98D8E7C6}" srcId="{B1375513-A910-4479-B96D-6EEEB37271CD}" destId="{95E9027E-588E-4B37-AD58-DF61D6B92B73}" srcOrd="0" destOrd="2" parTransId="{30565796-EBE7-457C-9782-10D533AD36FC}" sibTransId="{252D0A9F-BF29-49CE-8FFE-B90AFA5EB780}"/>
    <dgm:cxn modelId="{5CABAC87-2105-4AB4-8E6D-239247CB34B8}" srcId="{B1375513-A910-4479-B96D-6EEEB37271CD}" destId="{791BA333-D36A-4A41-90B1-CE90BAE8E4E3}" srcOrd="1" destOrd="2" parTransId="{8E060D79-3A8B-42D8-B764-7793D486BEE3}" sibTransId="{94C20A41-1F6A-41CC-91DB-68E24BD2035F}"/>
    <dgm:cxn modelId="{E08F6653-9DE0-42C5-A6BA-5289C96FB259}" srcId="{8FAD001C-FDD7-4875-A96B-F7F74676AB74}" destId="{3AAB41BE-60B6-4214-BE8A-0E96405504B3}" srcOrd="3" destOrd="0" parTransId="{B3E15E9D-07E4-4861-8346-4376550EF1A3}" sibTransId="{FF3FCB8A-9D05-4FBC-BE93-971C16945CF9}"/>
    <dgm:cxn modelId="{B37290FD-87E6-4810-97B5-3BE34DBF4308}" srcId="{3AAB41BE-60B6-4214-BE8A-0E96405504B3}" destId="{6E6249CF-05F7-4E99-86C0-DDD23F13E718}" srcOrd="0" destOrd="3" parTransId="{CE51BAEB-DC0B-41E8-A5D3-ACF04F51D6AB}" sibTransId="{331757DF-B7C8-4763-B5DC-8F7731DD9F1F}"/>
    <dgm:cxn modelId="{B4861CD0-D9C2-41E2-9E84-563D5B292B63}" srcId="{3AAB41BE-60B6-4214-BE8A-0E96405504B3}" destId="{B0E6FCB8-93C5-4C80-AA92-34ED2EFDA9CF}" srcOrd="1" destOrd="3" parTransId="{1CBD8B96-E3C5-4784-8FFD-B7DE5C92D915}" sibTransId="{D44CF447-5DA2-45F2-BF00-204BDA29DE42}"/>
    <dgm:cxn modelId="{FF5BC368-DDDB-42CE-9DC1-77AFD0FC3577}" srcId="{3AAB41BE-60B6-4214-BE8A-0E96405504B3}" destId="{03071E54-3B1C-47D6-A119-95B3F22D4DDE}" srcOrd="2" destOrd="3" parTransId="{949EC0E0-9FDB-49E5-A7C0-28A9B63C0FE1}" sibTransId="{AA19C1CD-4E22-4E00-97FE-8B115CD038F7}"/>
    <dgm:cxn modelId="{ECB67072-CEA1-45AB-91D8-641B8B902A48}" type="presOf" srcId="{8FAD001C-FDD7-4875-A96B-F7F74676AB74}" destId="{FA2DC531-6CE2-4FEB-A9C0-4070D3B097C9}" srcOrd="0" destOrd="0" presId="urn:microsoft.com/office/officeart/2005/8/layout/hList1"/>
    <dgm:cxn modelId="{39CBB4EE-2810-4587-915F-962862BB0625}" type="presParOf" srcId="{FA2DC531-6CE2-4FEB-A9C0-4070D3B097C9}" destId="{CB10BD81-E310-4B8B-A416-AF1D8616014D}" srcOrd="0" destOrd="0" presId="urn:microsoft.com/office/officeart/2005/8/layout/hList1"/>
    <dgm:cxn modelId="{A49EF8E0-7FAB-4B82-9EA4-B973236C1A1C}" type="presParOf" srcId="{CB10BD81-E310-4B8B-A416-AF1D8616014D}" destId="{EA6A355A-4EAD-492C-AFEC-04B7F6FC26F4}" srcOrd="0" destOrd="0" presId="urn:microsoft.com/office/officeart/2005/8/layout/hList1"/>
    <dgm:cxn modelId="{5FC0961D-F944-4B95-B7DE-8B5507401659}" type="presOf" srcId="{C874A83E-CB88-46A5-8560-5DCC42DC6B8E}" destId="{EA6A355A-4EAD-492C-AFEC-04B7F6FC26F4}" srcOrd="0" destOrd="0" presId="urn:microsoft.com/office/officeart/2005/8/layout/hList1"/>
    <dgm:cxn modelId="{495C8BEC-E417-411F-A989-84D634887569}" type="presParOf" srcId="{CB10BD81-E310-4B8B-A416-AF1D8616014D}" destId="{FFAF31F9-3861-4620-8038-83E3ABCBD92E}" srcOrd="1" destOrd="0" presId="urn:microsoft.com/office/officeart/2005/8/layout/hList1"/>
    <dgm:cxn modelId="{4B79295C-11EF-4BDE-9079-AEE6578EF50A}" type="presOf" srcId="{1D402B11-3EFB-4400-9A19-9B967BB62AE0}" destId="{FFAF31F9-3861-4620-8038-83E3ABCBD92E}" srcOrd="0" destOrd="0" presId="urn:microsoft.com/office/officeart/2005/8/layout/hList1"/>
    <dgm:cxn modelId="{B3AEE934-F24F-4E3D-AEC2-69F7531CABA8}" type="presOf" srcId="{5A5CAD82-61A6-4D66-8C1F-C6D8EDED6DC9}" destId="{FFAF31F9-3861-4620-8038-83E3ABCBD92E}" srcOrd="0" destOrd="1" presId="urn:microsoft.com/office/officeart/2005/8/layout/hList1"/>
    <dgm:cxn modelId="{F7CCD1C2-25C4-464E-85EA-E716F98F8891}" type="presOf" srcId="{2330934E-650B-46C7-8379-A27AAD4B0827}" destId="{FFAF31F9-3861-4620-8038-83E3ABCBD92E}" srcOrd="0" destOrd="2" presId="urn:microsoft.com/office/officeart/2005/8/layout/hList1"/>
    <dgm:cxn modelId="{17861E6E-527D-494A-A2B1-394E4E993D33}" type="presParOf" srcId="{FA2DC531-6CE2-4FEB-A9C0-4070D3B097C9}" destId="{64C2F463-DBA7-4A76-875E-17F36FA88825}" srcOrd="1" destOrd="0" presId="urn:microsoft.com/office/officeart/2005/8/layout/hList1"/>
    <dgm:cxn modelId="{97BCCB15-BE16-4EB7-9D2C-01CFFBCFAC3C}" type="presParOf" srcId="{FA2DC531-6CE2-4FEB-A9C0-4070D3B097C9}" destId="{60EEBB90-B4AD-478F-B73A-A54213632FF9}" srcOrd="2" destOrd="0" presId="urn:microsoft.com/office/officeart/2005/8/layout/hList1"/>
    <dgm:cxn modelId="{54A6C47F-E22D-4060-B5E7-F093A4272648}" type="presParOf" srcId="{60EEBB90-B4AD-478F-B73A-A54213632FF9}" destId="{15149606-31FF-483E-91B6-133CC39A46AE}" srcOrd="0" destOrd="2" presId="urn:microsoft.com/office/officeart/2005/8/layout/hList1"/>
    <dgm:cxn modelId="{1A4DBA53-B586-44E9-89DA-7D3618969C24}" type="presOf" srcId="{8C055A54-80BB-49D1-A088-39E11B495864}" destId="{15149606-31FF-483E-91B6-133CC39A46AE}" srcOrd="0" destOrd="0" presId="urn:microsoft.com/office/officeart/2005/8/layout/hList1"/>
    <dgm:cxn modelId="{8A84EC5E-5FF8-43A5-AB34-B63AACEFE423}" type="presParOf" srcId="{60EEBB90-B4AD-478F-B73A-A54213632FF9}" destId="{80108022-D425-4784-A83E-744F319535A6}" srcOrd="1" destOrd="2" presId="urn:microsoft.com/office/officeart/2005/8/layout/hList1"/>
    <dgm:cxn modelId="{BE3DFEF3-AEFC-4814-9FAF-CAA8D783E8A5}" type="presOf" srcId="{5018E71B-6F95-4ED9-AA51-78931AB3811B}" destId="{80108022-D425-4784-A83E-744F319535A6}" srcOrd="0" destOrd="0" presId="urn:microsoft.com/office/officeart/2005/8/layout/hList1"/>
    <dgm:cxn modelId="{CF6C21C7-F48E-438B-8E6C-99979DB6AB96}" type="presOf" srcId="{DD05AFF2-AE4A-44E1-85DE-5D5CBF1C2F6A}" destId="{80108022-D425-4784-A83E-744F319535A6}" srcOrd="0" destOrd="1" presId="urn:microsoft.com/office/officeart/2005/8/layout/hList1"/>
    <dgm:cxn modelId="{C05E5084-DF1E-45A1-8B68-3E4FC87988B5}" type="presOf" srcId="{250647CF-85D2-4C7A-8402-14D39562EC60}" destId="{80108022-D425-4784-A83E-744F319535A6}" srcOrd="0" destOrd="2" presId="urn:microsoft.com/office/officeart/2005/8/layout/hList1"/>
    <dgm:cxn modelId="{95680533-BD49-4F0D-9B9F-36209409C865}" type="presOf" srcId="{483F6BCF-7891-4680-A53B-6639BFE0C70F}" destId="{80108022-D425-4784-A83E-744F319535A6}" srcOrd="0" destOrd="3" presId="urn:microsoft.com/office/officeart/2005/8/layout/hList1"/>
    <dgm:cxn modelId="{B5E1D084-3636-4A5F-A53C-9817271CB49C}" type="presOf" srcId="{D81F3F48-FDFE-4ABE-BFB7-822DD698A45E}" destId="{80108022-D425-4784-A83E-744F319535A6}" srcOrd="0" destOrd="4" presId="urn:microsoft.com/office/officeart/2005/8/layout/hList1"/>
    <dgm:cxn modelId="{BCB54361-7D0F-409D-BCC2-4D1790824504}" type="presParOf" srcId="{FA2DC531-6CE2-4FEB-A9C0-4070D3B097C9}" destId="{D7577F12-78AE-477E-9AF3-340527D9337C}" srcOrd="3" destOrd="0" presId="urn:microsoft.com/office/officeart/2005/8/layout/hList1"/>
    <dgm:cxn modelId="{5E6479B2-ED74-412D-AD59-5E88E6CA32A3}" type="presParOf" srcId="{FA2DC531-6CE2-4FEB-A9C0-4070D3B097C9}" destId="{F99A49A8-02EB-4944-94B0-11F82B8F4919}" srcOrd="4" destOrd="0" presId="urn:microsoft.com/office/officeart/2005/8/layout/hList1"/>
    <dgm:cxn modelId="{7FCCE722-9E1F-4109-8644-31C81DCCC1EA}" type="presParOf" srcId="{F99A49A8-02EB-4944-94B0-11F82B8F4919}" destId="{69BB8A83-E524-4BA4-B6CF-9398CE706C9B}" srcOrd="0" destOrd="4" presId="urn:microsoft.com/office/officeart/2005/8/layout/hList1"/>
    <dgm:cxn modelId="{C7068AB9-EF09-4996-AEDB-26896BE21B59}" type="presOf" srcId="{B1375513-A910-4479-B96D-6EEEB37271CD}" destId="{69BB8A83-E524-4BA4-B6CF-9398CE706C9B}" srcOrd="0" destOrd="0" presId="urn:microsoft.com/office/officeart/2005/8/layout/hList1"/>
    <dgm:cxn modelId="{F1F9B2C0-0459-491D-BCB2-F19A23C4A2BE}" type="presParOf" srcId="{F99A49A8-02EB-4944-94B0-11F82B8F4919}" destId="{BA2CA29B-8B07-4A29-815C-759BF55721F3}" srcOrd="1" destOrd="4" presId="urn:microsoft.com/office/officeart/2005/8/layout/hList1"/>
    <dgm:cxn modelId="{2C9BB2E9-017D-4FE8-B430-3F8539A756E8}" type="presOf" srcId="{95E9027E-588E-4B37-AD58-DF61D6B92B73}" destId="{BA2CA29B-8B07-4A29-815C-759BF55721F3}" srcOrd="0" destOrd="0" presId="urn:microsoft.com/office/officeart/2005/8/layout/hList1"/>
    <dgm:cxn modelId="{26A5945E-0656-4F64-A46F-4B117BBFD3EA}" type="presOf" srcId="{791BA333-D36A-4A41-90B1-CE90BAE8E4E3}" destId="{BA2CA29B-8B07-4A29-815C-759BF55721F3}" srcOrd="0" destOrd="1" presId="urn:microsoft.com/office/officeart/2005/8/layout/hList1"/>
    <dgm:cxn modelId="{691E1F26-9D7B-4AC3-9D61-A1D408815C57}" type="presParOf" srcId="{FA2DC531-6CE2-4FEB-A9C0-4070D3B097C9}" destId="{D59FE87A-60B5-4221-9800-4D5516CCE6B7}" srcOrd="5" destOrd="0" presId="urn:microsoft.com/office/officeart/2005/8/layout/hList1"/>
    <dgm:cxn modelId="{B87D6571-4832-4BCD-974F-05D59E7F6105}" type="presParOf" srcId="{FA2DC531-6CE2-4FEB-A9C0-4070D3B097C9}" destId="{5B93484B-FD3D-466C-9577-9F29CAEB4BBF}" srcOrd="6" destOrd="0" presId="urn:microsoft.com/office/officeart/2005/8/layout/hList1"/>
    <dgm:cxn modelId="{3CE93421-7B31-43C0-908E-5099FE6E683B}" type="presParOf" srcId="{5B93484B-FD3D-466C-9577-9F29CAEB4BBF}" destId="{4D07EF84-391B-420B-B8C0-E92DEBB97376}" srcOrd="0" destOrd="6" presId="urn:microsoft.com/office/officeart/2005/8/layout/hList1"/>
    <dgm:cxn modelId="{3337A8A3-4F22-4978-A1E2-4448DE1F3F22}" type="presOf" srcId="{3AAB41BE-60B6-4214-BE8A-0E96405504B3}" destId="{4D07EF84-391B-420B-B8C0-E92DEBB97376}" srcOrd="0" destOrd="0" presId="urn:microsoft.com/office/officeart/2005/8/layout/hList1"/>
    <dgm:cxn modelId="{F9866858-0E79-4393-8B81-92DB63F20083}" type="presParOf" srcId="{5B93484B-FD3D-466C-9577-9F29CAEB4BBF}" destId="{B29CB5DC-ADE4-415A-9326-A1F29B6F335C}" srcOrd="1" destOrd="6" presId="urn:microsoft.com/office/officeart/2005/8/layout/hList1"/>
    <dgm:cxn modelId="{3C433AF6-8378-4F54-AD51-0A9AAC20E6C4}" type="presOf" srcId="{6E6249CF-05F7-4E99-86C0-DDD23F13E718}" destId="{B29CB5DC-ADE4-415A-9326-A1F29B6F335C}" srcOrd="0" destOrd="0" presId="urn:microsoft.com/office/officeart/2005/8/layout/hList1"/>
    <dgm:cxn modelId="{17A5BF63-9E69-405E-AAE5-B4510D70D429}" type="presOf" srcId="{B0E6FCB8-93C5-4C80-AA92-34ED2EFDA9CF}" destId="{B29CB5DC-ADE4-415A-9326-A1F29B6F335C}" srcOrd="0" destOrd="1" presId="urn:microsoft.com/office/officeart/2005/8/layout/hList1"/>
    <dgm:cxn modelId="{0FDE0764-D0B6-4AD1-ACC2-A9A0458BE3BD}" type="presOf" srcId="{03071E54-3B1C-47D6-A119-95B3F22D4DDE}" destId="{B29CB5DC-ADE4-415A-9326-A1F29B6F335C}" srcOrd="0" destOrd="2" presId="urn:microsoft.com/office/officeart/2005/8/layout/hList1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AD001C-FDD7-4875-A96B-F7F74676AB74}" type="doc">
      <dgm:prSet/>
      <dgm:spPr/>
      <dgm:t>
        <a:bodyPr/>
        <a:p>
          <a:endParaRPr altLang="en-US"/>
        </a:p>
      </dgm:t>
    </dgm:pt>
    <dgm:pt modelId="{C874A83E-CB88-46A5-8560-5DCC42DC6B8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08921000-DAC3-4B54-85E4-F938EB633CC0}" cxnId="{69BEA0AE-3EDB-43C2-9B34-BB2F206FDFC2}" type="parTrans">
      <dgm:prSet/>
      <dgm:spPr/>
    </dgm:pt>
    <dgm:pt modelId="{0DC1607B-9DFD-4026-8E5C-4F0B7F717DD7}" cxnId="{69BEA0AE-3EDB-43C2-9B34-BB2F206FDFC2}" type="sibTrans">
      <dgm:prSet/>
      <dgm:spPr/>
    </dgm:pt>
    <dgm:pt modelId="{1D402B11-3EFB-4400-9A19-9B967BB62AE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T</a:t>
          </a:r>
          <a:r>
            <a:rPr lang="en-US">
              <a:sym typeface="+mn-ea"/>
            </a:rPr>
            <a:t>ypeScript</a:t>
          </a:r>
          <a:endParaRPr lang="en-US">
            <a:sym typeface="+mn-ea"/>
          </a:endParaRPr>
        </a:p>
      </dgm:t>
    </dgm:pt>
    <dgm:pt modelId="{7B831D72-6997-446F-8928-4A3CEEC61DDA}" cxnId="{7C7F5D43-6AFC-4834-A28F-8BEC83824CF4}" type="parTrans">
      <dgm:prSet/>
      <dgm:spPr/>
    </dgm:pt>
    <dgm:pt modelId="{6F90E374-4376-4339-B339-7F7EC84F1445}" cxnId="{7C7F5D43-6AFC-4834-A28F-8BEC83824CF4}" type="sibTrans">
      <dgm:prSet/>
      <dgm:spPr/>
    </dgm:pt>
    <dgm:pt modelId="{5A5CAD82-61A6-4D66-8C1F-C6D8EDED6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VS Code Extension API</a:t>
          </a:r>
          <a:endParaRPr lang="en-US">
            <a:sym typeface="+mn-ea"/>
          </a:endParaRPr>
        </a:p>
      </dgm:t>
    </dgm:pt>
    <dgm:pt modelId="{569A8B89-2DD5-4B03-990A-FA8B4C7BF531}" cxnId="{EEED350C-90C5-4441-A532-45023D3907B7}" type="parTrans">
      <dgm:prSet/>
      <dgm:spPr/>
    </dgm:pt>
    <dgm:pt modelId="{EC300138-7DA2-4BDE-A5DC-93DDFF2AEF3A}" cxnId="{EEED350C-90C5-4441-A532-45023D3907B7}" type="sibTrans">
      <dgm:prSet/>
      <dgm:spPr/>
    </dgm:pt>
    <dgm:pt modelId="{2330934E-650B-46C7-8379-A27AAD4B08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React (Webview Panel)</a:t>
          </a:r>
          <a:r>
            <a:rPr lang="en-US"/>
            <a:t/>
          </a:r>
          <a:endParaRPr lang="en-US"/>
        </a:p>
      </dgm:t>
    </dgm:pt>
    <dgm:pt modelId="{450DB3D1-708D-405D-B465-31BF7AA3F7E9}" cxnId="{2EAAD3D0-992B-40A1-A0D7-17E097F8F650}" type="parTrans">
      <dgm:prSet/>
      <dgm:spPr/>
    </dgm:pt>
    <dgm:pt modelId="{1A97BE3D-E1BF-4FB7-B606-3EA2223DB7FA}" cxnId="{2EAAD3D0-992B-40A1-A0D7-17E097F8F650}" type="sibTrans">
      <dgm:prSet/>
      <dgm:spPr/>
    </dgm:pt>
    <dgm:pt modelId="{8C055A54-80BB-49D1-A088-39E11B49586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r>
            <a:rPr altLang="en-US"/>
            <a:t/>
          </a:r>
          <a:endParaRPr altLang="en-US"/>
        </a:p>
      </dgm:t>
    </dgm:pt>
    <dgm:pt modelId="{293CC0A1-0538-493A-90C4-148328F3B5DC}" cxnId="{3D0B680E-B218-4928-A9DD-AC21AC9B51BC}" type="parTrans">
      <dgm:prSet/>
      <dgm:spPr/>
    </dgm:pt>
    <dgm:pt modelId="{9060CD3A-4F73-411A-AD26-4A7452E12F2B}" cxnId="{3D0B680E-B218-4928-A9DD-AC21AC9B51BC}" type="sibTrans">
      <dgm:prSet/>
      <dgm:spPr/>
    </dgm:pt>
    <dgm:pt modelId="{5018E71B-6F95-4ED9-AA51-78931AB3811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N</a:t>
          </a:r>
          <a:r>
            <a:rPr lang="en-US">
              <a:sym typeface="+mn-ea"/>
            </a:rPr>
            <a:t>ode.js</a:t>
          </a:r>
          <a:endParaRPr lang="en-US">
            <a:sym typeface="+mn-ea"/>
          </a:endParaRPr>
        </a:p>
      </dgm:t>
    </dgm:pt>
    <dgm:pt modelId="{DD3C6C1D-D382-4B5E-8008-083129DE4EEE}" cxnId="{542AA361-D257-426E-AC20-022BECF5A877}" type="parTrans">
      <dgm:prSet/>
      <dgm:spPr/>
    </dgm:pt>
    <dgm:pt modelId="{F5BC6661-20C3-43AE-8067-5A5107C8083F}" cxnId="{542AA361-D257-426E-AC20-022BECF5A877}" type="sibTrans">
      <dgm:prSet/>
      <dgm:spPr/>
    </dgm:pt>
    <dgm:pt modelId="{DD05AFF2-AE4A-44E1-85DE-5D5CBF1C2F6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Express.js</a:t>
          </a:r>
          <a:endParaRPr lang="en-US">
            <a:sym typeface="+mn-ea"/>
          </a:endParaRPr>
        </a:p>
      </dgm:t>
    </dgm:pt>
    <dgm:pt modelId="{4C15A49D-1747-4D05-B610-16DFC620246F}" cxnId="{DB9BC413-8088-425B-9495-E2F35BA9E5D9}" type="parTrans">
      <dgm:prSet/>
      <dgm:spPr/>
    </dgm:pt>
    <dgm:pt modelId="{773B8098-38F6-4827-84D0-8884A5E73D52}" cxnId="{DB9BC413-8088-425B-9495-E2F35BA9E5D9}" type="sibTrans">
      <dgm:prSet/>
      <dgm:spPr/>
    </dgm:pt>
    <dgm:pt modelId="{250647CF-85D2-4C7A-8402-14D39562EC6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LLM API (Claude/GPT)</a:t>
          </a:r>
          <a:endParaRPr lang="en-US">
            <a:sym typeface="+mn-ea"/>
          </a:endParaRPr>
        </a:p>
      </dgm:t>
    </dgm:pt>
    <dgm:pt modelId="{0D0BDFA5-E580-4CC1-A46F-5CB1EEF19AC8}" cxnId="{E17579F2-E26E-4518-B35B-F78B74A20149}" type="parTrans">
      <dgm:prSet/>
      <dgm:spPr/>
    </dgm:pt>
    <dgm:pt modelId="{2B2585BB-BC71-4895-9D82-290F338AEF61}" cxnId="{E17579F2-E26E-4518-B35B-F78B74A20149}" type="sibTrans">
      <dgm:prSet/>
      <dgm:spPr/>
    </dgm:pt>
    <dgm:pt modelId="{483F6BCF-7891-4680-A53B-6639BFE0C70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Playwright</a:t>
          </a:r>
          <a:endParaRPr lang="en-US">
            <a:sym typeface="+mn-ea"/>
          </a:endParaRPr>
        </a:p>
      </dgm:t>
    </dgm:pt>
    <dgm:pt modelId="{1968C7A6-9959-4E2F-BA25-52276881DFBA}" cxnId="{01534100-271A-4DFF-A26D-A73B39AA0ECD}" type="parTrans">
      <dgm:prSet/>
      <dgm:spPr/>
    </dgm:pt>
    <dgm:pt modelId="{B20D5052-8D35-44CD-BD7F-B0916FF0047B}" cxnId="{01534100-271A-4DFF-A26D-A73B39AA0ECD}" type="sibTrans">
      <dgm:prSet/>
      <dgm:spPr/>
    </dgm:pt>
    <dgm:pt modelId="{D81F3F48-FDFE-4ABE-BFB7-822DD698A45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Axios/Supertest</a:t>
          </a:r>
          <a:r>
            <a:rPr lang="en-US"/>
            <a:t/>
          </a:r>
          <a:endParaRPr lang="en-US"/>
        </a:p>
      </dgm:t>
    </dgm:pt>
    <dgm:pt modelId="{3E30BB58-0D01-4AAD-9323-4F5EC9D3E98F}" cxnId="{772B416C-E3FA-46D9-8B1E-552CE93FB588}" type="parTrans">
      <dgm:prSet/>
      <dgm:spPr/>
    </dgm:pt>
    <dgm:pt modelId="{89A236B6-30E8-4F50-87BF-76104D696DB9}" cxnId="{772B416C-E3FA-46D9-8B1E-552CE93FB588}" type="sibTrans">
      <dgm:prSet/>
      <dgm:spPr/>
    </dgm:pt>
    <dgm:pt modelId="{B1375513-A910-4479-B96D-6EEEB37271C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Database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37386FEE-1264-499F-A4B0-91DD399C055C}" cxnId="{DD7AB18A-46AB-4841-B766-05C70EA532B9}" type="parTrans">
      <dgm:prSet/>
      <dgm:spPr/>
    </dgm:pt>
    <dgm:pt modelId="{82139FB1-01F7-4F5D-91F8-FF63A9D23336}" cxnId="{DD7AB18A-46AB-4841-B766-05C70EA532B9}" type="sibTrans">
      <dgm:prSet/>
      <dgm:spPr/>
    </dgm:pt>
    <dgm:pt modelId="{95E9027E-588E-4B37-AD58-DF61D6B92B7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S</a:t>
          </a:r>
          <a:r>
            <a:rPr lang="en-US">
              <a:sym typeface="+mn-ea"/>
            </a:rPr>
            <a:t>QLite (local storage)</a:t>
          </a:r>
          <a:endParaRPr lang="en-US">
            <a:sym typeface="+mn-ea"/>
          </a:endParaRPr>
        </a:p>
      </dgm:t>
    </dgm:pt>
    <dgm:pt modelId="{30565796-EBE7-457C-9782-10D533AD36FC}" cxnId="{9F8CF218-747F-45E7-B0AE-1169B2E412A2}" type="parTrans">
      <dgm:prSet/>
      <dgm:spPr/>
    </dgm:pt>
    <dgm:pt modelId="{252D0A9F-BF29-49CE-8FFE-B90AFA5EB780}" cxnId="{9F8CF218-747F-45E7-B0AE-1169B2E412A2}" type="sibTrans">
      <dgm:prSet/>
      <dgm:spPr/>
    </dgm:pt>
    <dgm:pt modelId="{791BA333-D36A-4A41-90B1-CE90BAE8E4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PostgreSQL (optional cloud sync)</a:t>
          </a:r>
          <a:r>
            <a:rPr lang="en-US"/>
            <a:t/>
          </a:r>
          <a:endParaRPr lang="en-US"/>
        </a:p>
      </dgm:t>
    </dgm:pt>
    <dgm:pt modelId="{8E060D79-3A8B-42D8-B764-7793D486BEE3}" cxnId="{28F191E7-E35D-4A7A-95C2-74BA99D9A141}" type="parTrans">
      <dgm:prSet/>
      <dgm:spPr/>
    </dgm:pt>
    <dgm:pt modelId="{94C20A41-1F6A-41CC-91DB-68E24BD2035F}" cxnId="{28F191E7-E35D-4A7A-95C2-74BA99D9A141}" type="sibTrans">
      <dgm:prSet/>
      <dgm:spPr/>
    </dgm:pt>
    <dgm:pt modelId="{3AAB41BE-60B6-4214-BE8A-0E96405504B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Cloud &amp; DevOps</a:t>
          </a:r>
          <a:r>
            <a:rPr altLang="en-US"/>
            <a:t/>
          </a:r>
          <a:endParaRPr altLang="en-US"/>
        </a:p>
      </dgm:t>
    </dgm:pt>
    <dgm:pt modelId="{B3E15E9D-07E4-4861-8346-4376550EF1A3}" cxnId="{69896FE4-B3C4-4D92-8677-F0575F1C623F}" type="parTrans">
      <dgm:prSet/>
      <dgm:spPr/>
    </dgm:pt>
    <dgm:pt modelId="{FF3FCB8A-9D05-4FBC-BE93-971C16945CF9}" cxnId="{69896FE4-B3C4-4D92-8677-F0575F1C623F}" type="sibTrans">
      <dgm:prSet/>
      <dgm:spPr/>
    </dgm:pt>
    <dgm:pt modelId="{6E6249CF-05F7-4E99-86C0-DDD23F13E71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D</a:t>
          </a:r>
          <a:r>
            <a:rPr lang="en-US">
              <a:sym typeface="+mn-ea"/>
            </a:rPr>
            <a:t>ocker</a:t>
          </a:r>
          <a:endParaRPr lang="en-US">
            <a:sym typeface="+mn-ea"/>
          </a:endParaRPr>
        </a:p>
      </dgm:t>
    </dgm:pt>
    <dgm:pt modelId="{CE51BAEB-DC0B-41E8-A5D3-ACF04F51D6AB}" cxnId="{62EF65CF-D2D4-4EF3-AB67-201D567A1156}" type="parTrans">
      <dgm:prSet/>
      <dgm:spPr/>
    </dgm:pt>
    <dgm:pt modelId="{331757DF-B7C8-4763-B5DC-8F7731DD9F1F}" cxnId="{62EF65CF-D2D4-4EF3-AB67-201D567A1156}" type="sibTrans">
      <dgm:prSet/>
      <dgm:spPr/>
    </dgm:pt>
    <dgm:pt modelId="{B0E6FCB8-93C5-4C80-AA92-34ED2EFDA9C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GitHub Actions (CI/CD)</a:t>
          </a:r>
          <a:endParaRPr lang="en-US">
            <a:sym typeface="+mn-ea"/>
          </a:endParaRPr>
        </a:p>
      </dgm:t>
    </dgm:pt>
    <dgm:pt modelId="{1CBD8B96-E3C5-4784-8FFD-B7DE5C92D915}" cxnId="{47706085-E7B4-47C1-9FA6-3C2ED5D9FE66}" type="parTrans">
      <dgm:prSet/>
      <dgm:spPr/>
    </dgm:pt>
    <dgm:pt modelId="{D44CF447-5DA2-45F2-BF00-204BDA29DE42}" cxnId="{47706085-E7B4-47C1-9FA6-3C2ED5D9FE66}" type="sibTrans">
      <dgm:prSet/>
      <dgm:spPr/>
    </dgm:pt>
    <dgm:pt modelId="{03071E54-3B1C-47D6-A119-95B3F22D4DD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Vercel / Render (deployment)</a:t>
          </a:r>
          <a:r>
            <a:rPr lang="en-US"/>
            <a:t/>
          </a:r>
          <a:endParaRPr lang="en-US"/>
        </a:p>
      </dgm:t>
    </dgm:pt>
    <dgm:pt modelId="{949EC0E0-9FDB-49E5-A7C0-28A9B63C0FE1}" cxnId="{18079F1D-D1F6-4967-99F0-4A5558658B7F}" type="parTrans">
      <dgm:prSet/>
      <dgm:spPr/>
    </dgm:pt>
    <dgm:pt modelId="{AA19C1CD-4E22-4E00-97FE-8B115CD038F7}" cxnId="{18079F1D-D1F6-4967-99F0-4A5558658B7F}" type="sibTrans">
      <dgm:prSet/>
      <dgm:spPr/>
    </dgm:pt>
    <dgm:pt modelId="{7C56BD13-748C-40DD-BE26-888362BA334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Project Management:</a:t>
          </a:r>
          <a:r>
            <a:rPr lang="en-US" b="0" i="0" u="none" baseline="0">
              <a:rtl val="0"/>
            </a:rPr>
            <a:t> </a:t>
          </a:r>
          <a:r>
            <a:rPr altLang="en-US"/>
            <a:t/>
          </a:r>
          <a:endParaRPr altLang="en-US"/>
        </a:p>
      </dgm:t>
    </dgm:pt>
    <dgm:pt modelId="{2775E576-BF6C-45AC-847C-A946CD18D3AB}" cxnId="{6874BD2B-0F91-4BA5-B87A-B9289DA3120E}" type="parTrans">
      <dgm:prSet/>
      <dgm:spPr/>
    </dgm:pt>
    <dgm:pt modelId="{B5E44CE0-1E1C-474A-8F8E-5B501A51F3B9}" cxnId="{6874BD2B-0F91-4BA5-B87A-B9289DA3120E}" type="sibTrans">
      <dgm:prSet/>
      <dgm:spPr/>
    </dgm:pt>
    <dgm:pt modelId="{79CCBDD0-BA29-4356-AEEF-E4F92F03171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G</a:t>
          </a:r>
          <a:r>
            <a:rPr lang="en-US">
              <a:sym typeface="+mn-ea"/>
            </a:rPr>
            <a:t>itHub (version control)</a:t>
          </a:r>
          <a:endParaRPr lang="en-US">
            <a:sym typeface="+mn-ea"/>
          </a:endParaRPr>
        </a:p>
      </dgm:t>
    </dgm:pt>
    <dgm:pt modelId="{FC8EC965-D26F-406B-BB49-F2ECD8F4FA00}" cxnId="{82ABD9CB-BC84-4DA5-9492-0615968E0E6C}" type="parTrans">
      <dgm:prSet/>
      <dgm:spPr/>
    </dgm:pt>
    <dgm:pt modelId="{7BEB8BF0-3267-4F1A-B835-8B0413F08ECC}" cxnId="{82ABD9CB-BC84-4DA5-9492-0615968E0E6C}" type="sibTrans">
      <dgm:prSet/>
      <dgm:spPr/>
    </dgm:pt>
    <dgm:pt modelId="{D637C1C4-2183-43FE-95AF-9DE8BCF3AC3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Jira/Trello (task tracking)</a:t>
          </a:r>
          <a:endParaRPr lang="en-US">
            <a:sym typeface="+mn-ea"/>
          </a:endParaRPr>
        </a:p>
      </dgm:t>
    </dgm:pt>
    <dgm:pt modelId="{9F7977A6-8B78-49AA-B101-137DFF75666D}" cxnId="{10B95055-74DA-4EE6-927E-DBF385BB046E}" type="parTrans">
      <dgm:prSet/>
      <dgm:spPr/>
    </dgm:pt>
    <dgm:pt modelId="{ADBA5246-C5B4-4E92-9194-4FD4A8063131}" cxnId="{10B95055-74DA-4EE6-927E-DBF385BB046E}" type="sibTrans">
      <dgm:prSet/>
      <dgm:spPr/>
    </dgm:pt>
    <dgm:pt modelId="{A2DB4F42-E954-4610-AFBC-78A85E47B93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ym typeface="+mn-ea"/>
            </a:rPr>
            <a:t>Agile sprints</a:t>
          </a:r>
          <a:r>
            <a:rPr lang="en-US"/>
            <a:t/>
          </a:r>
          <a:endParaRPr lang="en-US"/>
        </a:p>
      </dgm:t>
    </dgm:pt>
    <dgm:pt modelId="{55FAF0C6-D67B-4168-ADA9-DBB5D21FD6A8}" cxnId="{5DEFC95F-99C9-42AC-886A-F0BECFABB5DA}" type="parTrans">
      <dgm:prSet/>
      <dgm:spPr/>
    </dgm:pt>
    <dgm:pt modelId="{6D0680F6-1271-4949-8DE6-D9EB077BF963}" cxnId="{5DEFC95F-99C9-42AC-886A-F0BECFABB5DA}" type="sibTrans">
      <dgm:prSet/>
      <dgm:spPr/>
    </dgm:pt>
    <dgm:pt modelId="{FA2DC531-6CE2-4FEB-A9C0-4070D3B097C9}" type="pres">
      <dgm:prSet presAssocID="{8FAD001C-FDD7-4875-A96B-F7F74676AB74}" presName="Name0" presStyleCnt="0">
        <dgm:presLayoutVars>
          <dgm:dir/>
          <dgm:animLvl val="lvl"/>
          <dgm:resizeHandles val="exact"/>
        </dgm:presLayoutVars>
      </dgm:prSet>
      <dgm:spPr/>
    </dgm:pt>
    <dgm:pt modelId="{CB10BD81-E310-4B8B-A416-AF1D8616014D}" type="pres">
      <dgm:prSet presAssocID="{C874A83E-CB88-46A5-8560-5DCC42DC6B8E}" presName="composite" presStyleCnt="0"/>
      <dgm:spPr/>
    </dgm:pt>
    <dgm:pt modelId="{EA6A355A-4EAD-492C-AFEC-04B7F6FC26F4}" type="pres">
      <dgm:prSet presAssocID="{C874A83E-CB88-46A5-8560-5DCC42DC6B8E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FFAF31F9-3861-4620-8038-83E3ABCBD92E}" type="pres">
      <dgm:prSet presAssocID="{C874A83E-CB88-46A5-8560-5DCC42DC6B8E}" presName="desTx" presStyleLbl="alignAccFollowNode1" presStyleIdx="0" presStyleCnt="5">
        <dgm:presLayoutVars>
          <dgm:bulletEnabled val="1"/>
        </dgm:presLayoutVars>
      </dgm:prSet>
      <dgm:spPr/>
    </dgm:pt>
    <dgm:pt modelId="{64C2F463-DBA7-4A76-875E-17F36FA88825}" type="pres">
      <dgm:prSet presAssocID="{0DC1607B-9DFD-4026-8E5C-4F0B7F717DD7}" presName="space" presStyleCnt="0"/>
      <dgm:spPr/>
    </dgm:pt>
    <dgm:pt modelId="{60EEBB90-B4AD-478F-B73A-A54213632FF9}" type="pres">
      <dgm:prSet presAssocID="{8C055A54-80BB-49D1-A088-39E11B495864}" presName="composite" presStyleCnt="0"/>
      <dgm:spPr/>
    </dgm:pt>
    <dgm:pt modelId="{15149606-31FF-483E-91B6-133CC39A46AE}" type="pres">
      <dgm:prSet presAssocID="{8C055A54-80BB-49D1-A088-39E11B49586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80108022-D425-4784-A83E-744F319535A6}" type="pres">
      <dgm:prSet presAssocID="{8C055A54-80BB-49D1-A088-39E11B495864}" presName="desTx" presStyleLbl="alignAccFollowNode1" presStyleIdx="1" presStyleCnt="5">
        <dgm:presLayoutVars>
          <dgm:bulletEnabled val="1"/>
        </dgm:presLayoutVars>
      </dgm:prSet>
      <dgm:spPr/>
    </dgm:pt>
    <dgm:pt modelId="{D7577F12-78AE-477E-9AF3-340527D9337C}" type="pres">
      <dgm:prSet presAssocID="{9060CD3A-4F73-411A-AD26-4A7452E12F2B}" presName="space" presStyleCnt="0"/>
      <dgm:spPr/>
    </dgm:pt>
    <dgm:pt modelId="{F99A49A8-02EB-4944-94B0-11F82B8F4919}" type="pres">
      <dgm:prSet presAssocID="{B1375513-A910-4479-B96D-6EEEB37271CD}" presName="composite" presStyleCnt="0"/>
      <dgm:spPr/>
    </dgm:pt>
    <dgm:pt modelId="{69BB8A83-E524-4BA4-B6CF-9398CE706C9B}" type="pres">
      <dgm:prSet presAssocID="{B1375513-A910-4479-B96D-6EEEB37271C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BA2CA29B-8B07-4A29-815C-759BF55721F3}" type="pres">
      <dgm:prSet presAssocID="{B1375513-A910-4479-B96D-6EEEB37271CD}" presName="desTx" presStyleLbl="alignAccFollowNode1" presStyleIdx="2" presStyleCnt="5">
        <dgm:presLayoutVars>
          <dgm:bulletEnabled val="1"/>
        </dgm:presLayoutVars>
      </dgm:prSet>
      <dgm:spPr/>
    </dgm:pt>
    <dgm:pt modelId="{D59FE87A-60B5-4221-9800-4D5516CCE6B7}" type="pres">
      <dgm:prSet presAssocID="{82139FB1-01F7-4F5D-91F8-FF63A9D23336}" presName="space" presStyleCnt="0"/>
      <dgm:spPr/>
    </dgm:pt>
    <dgm:pt modelId="{5B93484B-FD3D-466C-9577-9F29CAEB4BBF}" type="pres">
      <dgm:prSet presAssocID="{3AAB41BE-60B6-4214-BE8A-0E96405504B3}" presName="composite" presStyleCnt="0"/>
      <dgm:spPr/>
    </dgm:pt>
    <dgm:pt modelId="{4D07EF84-391B-420B-B8C0-E92DEBB97376}" type="pres">
      <dgm:prSet presAssocID="{3AAB41BE-60B6-4214-BE8A-0E96405504B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B29CB5DC-ADE4-415A-9326-A1F29B6F335C}" type="pres">
      <dgm:prSet presAssocID="{3AAB41BE-60B6-4214-BE8A-0E96405504B3}" presName="desTx" presStyleLbl="alignAccFollowNode1" presStyleIdx="3" presStyleCnt="5">
        <dgm:presLayoutVars>
          <dgm:bulletEnabled val="1"/>
        </dgm:presLayoutVars>
      </dgm:prSet>
      <dgm:spPr/>
    </dgm:pt>
    <dgm:pt modelId="{5A39239F-2B27-4EB2-BE72-3D872383C937}" type="pres">
      <dgm:prSet presAssocID="{FF3FCB8A-9D05-4FBC-BE93-971C16945CF9}" presName="space" presStyleCnt="0"/>
      <dgm:spPr/>
    </dgm:pt>
    <dgm:pt modelId="{F8C27A03-04EB-4F91-99C6-C7E12D7CF30E}" type="pres">
      <dgm:prSet presAssocID="{7C56BD13-748C-40DD-BE26-888362BA3342}" presName="composite" presStyleCnt="0"/>
      <dgm:spPr/>
    </dgm:pt>
    <dgm:pt modelId="{137F6EAD-19C7-4CCA-9A91-B8B3EF23C7B3}" type="pres">
      <dgm:prSet presAssocID="{7C56BD13-748C-40DD-BE26-888362BA3342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DE07900-EFB4-49D2-8E21-41B1F1CA7E03}" type="pres">
      <dgm:prSet presAssocID="{7C56BD13-748C-40DD-BE26-888362BA3342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69BEA0AE-3EDB-43C2-9B34-BB2F206FDFC2}" srcId="{8FAD001C-FDD7-4875-A96B-F7F74676AB74}" destId="{C874A83E-CB88-46A5-8560-5DCC42DC6B8E}" srcOrd="0" destOrd="0" parTransId="{08921000-DAC3-4B54-85E4-F938EB633CC0}" sibTransId="{0DC1607B-9DFD-4026-8E5C-4F0B7F717DD7}"/>
    <dgm:cxn modelId="{7C7F5D43-6AFC-4834-A28F-8BEC83824CF4}" srcId="{C874A83E-CB88-46A5-8560-5DCC42DC6B8E}" destId="{1D402B11-3EFB-4400-9A19-9B967BB62AE0}" srcOrd="0" destOrd="0" parTransId="{7B831D72-6997-446F-8928-4A3CEEC61DDA}" sibTransId="{6F90E374-4376-4339-B339-7F7EC84F1445}"/>
    <dgm:cxn modelId="{EEED350C-90C5-4441-A532-45023D3907B7}" srcId="{C874A83E-CB88-46A5-8560-5DCC42DC6B8E}" destId="{5A5CAD82-61A6-4D66-8C1F-C6D8EDED6DC9}" srcOrd="1" destOrd="0" parTransId="{569A8B89-2DD5-4B03-990A-FA8B4C7BF531}" sibTransId="{EC300138-7DA2-4BDE-A5DC-93DDFF2AEF3A}"/>
    <dgm:cxn modelId="{2EAAD3D0-992B-40A1-A0D7-17E097F8F650}" srcId="{C874A83E-CB88-46A5-8560-5DCC42DC6B8E}" destId="{2330934E-650B-46C7-8379-A27AAD4B0827}" srcOrd="2" destOrd="0" parTransId="{450DB3D1-708D-405D-B465-31BF7AA3F7E9}" sibTransId="{1A97BE3D-E1BF-4FB7-B606-3EA2223DB7FA}"/>
    <dgm:cxn modelId="{3D0B680E-B218-4928-A9DD-AC21AC9B51BC}" srcId="{8FAD001C-FDD7-4875-A96B-F7F74676AB74}" destId="{8C055A54-80BB-49D1-A088-39E11B495864}" srcOrd="1" destOrd="0" parTransId="{293CC0A1-0538-493A-90C4-148328F3B5DC}" sibTransId="{9060CD3A-4F73-411A-AD26-4A7452E12F2B}"/>
    <dgm:cxn modelId="{542AA361-D257-426E-AC20-022BECF5A877}" srcId="{8C055A54-80BB-49D1-A088-39E11B495864}" destId="{5018E71B-6F95-4ED9-AA51-78931AB3811B}" srcOrd="0" destOrd="1" parTransId="{DD3C6C1D-D382-4B5E-8008-083129DE4EEE}" sibTransId="{F5BC6661-20C3-43AE-8067-5A5107C8083F}"/>
    <dgm:cxn modelId="{DB9BC413-8088-425B-9495-E2F35BA9E5D9}" srcId="{8C055A54-80BB-49D1-A088-39E11B495864}" destId="{DD05AFF2-AE4A-44E1-85DE-5D5CBF1C2F6A}" srcOrd="1" destOrd="1" parTransId="{4C15A49D-1747-4D05-B610-16DFC620246F}" sibTransId="{773B8098-38F6-4827-84D0-8884A5E73D52}"/>
    <dgm:cxn modelId="{E17579F2-E26E-4518-B35B-F78B74A20149}" srcId="{8C055A54-80BB-49D1-A088-39E11B495864}" destId="{250647CF-85D2-4C7A-8402-14D39562EC60}" srcOrd="2" destOrd="1" parTransId="{0D0BDFA5-E580-4CC1-A46F-5CB1EEF19AC8}" sibTransId="{2B2585BB-BC71-4895-9D82-290F338AEF61}"/>
    <dgm:cxn modelId="{01534100-271A-4DFF-A26D-A73B39AA0ECD}" srcId="{8C055A54-80BB-49D1-A088-39E11B495864}" destId="{483F6BCF-7891-4680-A53B-6639BFE0C70F}" srcOrd="3" destOrd="1" parTransId="{1968C7A6-9959-4E2F-BA25-52276881DFBA}" sibTransId="{B20D5052-8D35-44CD-BD7F-B0916FF0047B}"/>
    <dgm:cxn modelId="{772B416C-E3FA-46D9-8B1E-552CE93FB588}" srcId="{8C055A54-80BB-49D1-A088-39E11B495864}" destId="{D81F3F48-FDFE-4ABE-BFB7-822DD698A45E}" srcOrd="4" destOrd="1" parTransId="{3E30BB58-0D01-4AAD-9323-4F5EC9D3E98F}" sibTransId="{89A236B6-30E8-4F50-87BF-76104D696DB9}"/>
    <dgm:cxn modelId="{DD7AB18A-46AB-4841-B766-05C70EA532B9}" srcId="{8FAD001C-FDD7-4875-A96B-F7F74676AB74}" destId="{B1375513-A910-4479-B96D-6EEEB37271CD}" srcOrd="2" destOrd="0" parTransId="{37386FEE-1264-499F-A4B0-91DD399C055C}" sibTransId="{82139FB1-01F7-4F5D-91F8-FF63A9D23336}"/>
    <dgm:cxn modelId="{9F8CF218-747F-45E7-B0AE-1169B2E412A2}" srcId="{B1375513-A910-4479-B96D-6EEEB37271CD}" destId="{95E9027E-588E-4B37-AD58-DF61D6B92B73}" srcOrd="0" destOrd="2" parTransId="{30565796-EBE7-457C-9782-10D533AD36FC}" sibTransId="{252D0A9F-BF29-49CE-8FFE-B90AFA5EB780}"/>
    <dgm:cxn modelId="{28F191E7-E35D-4A7A-95C2-74BA99D9A141}" srcId="{B1375513-A910-4479-B96D-6EEEB37271CD}" destId="{791BA333-D36A-4A41-90B1-CE90BAE8E4E3}" srcOrd="1" destOrd="2" parTransId="{8E060D79-3A8B-42D8-B764-7793D486BEE3}" sibTransId="{94C20A41-1F6A-41CC-91DB-68E24BD2035F}"/>
    <dgm:cxn modelId="{69896FE4-B3C4-4D92-8677-F0575F1C623F}" srcId="{8FAD001C-FDD7-4875-A96B-F7F74676AB74}" destId="{3AAB41BE-60B6-4214-BE8A-0E96405504B3}" srcOrd="3" destOrd="0" parTransId="{B3E15E9D-07E4-4861-8346-4376550EF1A3}" sibTransId="{FF3FCB8A-9D05-4FBC-BE93-971C16945CF9}"/>
    <dgm:cxn modelId="{62EF65CF-D2D4-4EF3-AB67-201D567A1156}" srcId="{3AAB41BE-60B6-4214-BE8A-0E96405504B3}" destId="{6E6249CF-05F7-4E99-86C0-DDD23F13E718}" srcOrd="0" destOrd="3" parTransId="{CE51BAEB-DC0B-41E8-A5D3-ACF04F51D6AB}" sibTransId="{331757DF-B7C8-4763-B5DC-8F7731DD9F1F}"/>
    <dgm:cxn modelId="{47706085-E7B4-47C1-9FA6-3C2ED5D9FE66}" srcId="{3AAB41BE-60B6-4214-BE8A-0E96405504B3}" destId="{B0E6FCB8-93C5-4C80-AA92-34ED2EFDA9CF}" srcOrd="1" destOrd="3" parTransId="{1CBD8B96-E3C5-4784-8FFD-B7DE5C92D915}" sibTransId="{D44CF447-5DA2-45F2-BF00-204BDA29DE42}"/>
    <dgm:cxn modelId="{18079F1D-D1F6-4967-99F0-4A5558658B7F}" srcId="{3AAB41BE-60B6-4214-BE8A-0E96405504B3}" destId="{03071E54-3B1C-47D6-A119-95B3F22D4DDE}" srcOrd="2" destOrd="3" parTransId="{949EC0E0-9FDB-49E5-A7C0-28A9B63C0FE1}" sibTransId="{AA19C1CD-4E22-4E00-97FE-8B115CD038F7}"/>
    <dgm:cxn modelId="{6874BD2B-0F91-4BA5-B87A-B9289DA3120E}" srcId="{8FAD001C-FDD7-4875-A96B-F7F74676AB74}" destId="{7C56BD13-748C-40DD-BE26-888362BA3342}" srcOrd="4" destOrd="0" parTransId="{2775E576-BF6C-45AC-847C-A946CD18D3AB}" sibTransId="{B5E44CE0-1E1C-474A-8F8E-5B501A51F3B9}"/>
    <dgm:cxn modelId="{82ABD9CB-BC84-4DA5-9492-0615968E0E6C}" srcId="{7C56BD13-748C-40DD-BE26-888362BA3342}" destId="{79CCBDD0-BA29-4356-AEEF-E4F92F03171A}" srcOrd="0" destOrd="4" parTransId="{FC8EC965-D26F-406B-BB49-F2ECD8F4FA00}" sibTransId="{7BEB8BF0-3267-4F1A-B835-8B0413F08ECC}"/>
    <dgm:cxn modelId="{10B95055-74DA-4EE6-927E-DBF385BB046E}" srcId="{7C56BD13-748C-40DD-BE26-888362BA3342}" destId="{D637C1C4-2183-43FE-95AF-9DE8BCF3AC34}" srcOrd="1" destOrd="4" parTransId="{9F7977A6-8B78-49AA-B101-137DFF75666D}" sibTransId="{ADBA5246-C5B4-4E92-9194-4FD4A8063131}"/>
    <dgm:cxn modelId="{5DEFC95F-99C9-42AC-886A-F0BECFABB5DA}" srcId="{7C56BD13-748C-40DD-BE26-888362BA3342}" destId="{A2DB4F42-E954-4610-AFBC-78A85E47B939}" srcOrd="2" destOrd="4" parTransId="{55FAF0C6-D67B-4168-ADA9-DBB5D21FD6A8}" sibTransId="{6D0680F6-1271-4949-8DE6-D9EB077BF963}"/>
    <dgm:cxn modelId="{8BBC1E9F-E3CC-497C-9EF6-89DBF6F101BB}" type="presOf" srcId="{8FAD001C-FDD7-4875-A96B-F7F74676AB74}" destId="{FA2DC531-6CE2-4FEB-A9C0-4070D3B097C9}" srcOrd="0" destOrd="0" presId="urn:microsoft.com/office/officeart/2005/8/layout/hList1"/>
    <dgm:cxn modelId="{047BD9DB-1EF2-4CC2-8342-93B90E7A868A}" type="presParOf" srcId="{FA2DC531-6CE2-4FEB-A9C0-4070D3B097C9}" destId="{CB10BD81-E310-4B8B-A416-AF1D8616014D}" srcOrd="0" destOrd="0" presId="urn:microsoft.com/office/officeart/2005/8/layout/hList1"/>
    <dgm:cxn modelId="{96F2A4CE-4E2E-488F-B31F-541621E8B4F4}" type="presParOf" srcId="{CB10BD81-E310-4B8B-A416-AF1D8616014D}" destId="{EA6A355A-4EAD-492C-AFEC-04B7F6FC26F4}" srcOrd="0" destOrd="0" presId="urn:microsoft.com/office/officeart/2005/8/layout/hList1"/>
    <dgm:cxn modelId="{9AF482EE-33F7-4344-AA13-3FC70604EF7F}" type="presOf" srcId="{C874A83E-CB88-46A5-8560-5DCC42DC6B8E}" destId="{EA6A355A-4EAD-492C-AFEC-04B7F6FC26F4}" srcOrd="0" destOrd="0" presId="urn:microsoft.com/office/officeart/2005/8/layout/hList1"/>
    <dgm:cxn modelId="{336427DC-0439-4560-B7D7-D0AC2260B489}" type="presParOf" srcId="{CB10BD81-E310-4B8B-A416-AF1D8616014D}" destId="{FFAF31F9-3861-4620-8038-83E3ABCBD92E}" srcOrd="1" destOrd="0" presId="urn:microsoft.com/office/officeart/2005/8/layout/hList1"/>
    <dgm:cxn modelId="{8CE7624C-C396-4D3C-ABFC-5C532DFE68DC}" type="presOf" srcId="{1D402B11-3EFB-4400-9A19-9B967BB62AE0}" destId="{FFAF31F9-3861-4620-8038-83E3ABCBD92E}" srcOrd="0" destOrd="0" presId="urn:microsoft.com/office/officeart/2005/8/layout/hList1"/>
    <dgm:cxn modelId="{8812A298-289D-4D9E-82DB-B63488A767E9}" type="presOf" srcId="{5A5CAD82-61A6-4D66-8C1F-C6D8EDED6DC9}" destId="{FFAF31F9-3861-4620-8038-83E3ABCBD92E}" srcOrd="0" destOrd="1" presId="urn:microsoft.com/office/officeart/2005/8/layout/hList1"/>
    <dgm:cxn modelId="{966055B8-27BF-46C1-AEBE-1C8D612A0CB0}" type="presOf" srcId="{2330934E-650B-46C7-8379-A27AAD4B0827}" destId="{FFAF31F9-3861-4620-8038-83E3ABCBD92E}" srcOrd="0" destOrd="2" presId="urn:microsoft.com/office/officeart/2005/8/layout/hList1"/>
    <dgm:cxn modelId="{7B17B0A1-00FE-46E4-A382-B09A9CAB7CC4}" type="presParOf" srcId="{FA2DC531-6CE2-4FEB-A9C0-4070D3B097C9}" destId="{64C2F463-DBA7-4A76-875E-17F36FA88825}" srcOrd="1" destOrd="0" presId="urn:microsoft.com/office/officeart/2005/8/layout/hList1"/>
    <dgm:cxn modelId="{F4D583C1-8595-4A4B-B66E-3EFBA81EEE39}" type="presParOf" srcId="{FA2DC531-6CE2-4FEB-A9C0-4070D3B097C9}" destId="{60EEBB90-B4AD-478F-B73A-A54213632FF9}" srcOrd="2" destOrd="0" presId="urn:microsoft.com/office/officeart/2005/8/layout/hList1"/>
    <dgm:cxn modelId="{4725259F-1D69-4B30-834C-7A15F0CDAE23}" type="presParOf" srcId="{60EEBB90-B4AD-478F-B73A-A54213632FF9}" destId="{15149606-31FF-483E-91B6-133CC39A46AE}" srcOrd="0" destOrd="2" presId="urn:microsoft.com/office/officeart/2005/8/layout/hList1"/>
    <dgm:cxn modelId="{F7CFA41C-CAF9-4E07-8FF2-4290ED30E598}" type="presOf" srcId="{8C055A54-80BB-49D1-A088-39E11B495864}" destId="{15149606-31FF-483E-91B6-133CC39A46AE}" srcOrd="0" destOrd="0" presId="urn:microsoft.com/office/officeart/2005/8/layout/hList1"/>
    <dgm:cxn modelId="{24B445B3-A71B-4C59-8DB0-734436B4687A}" type="presParOf" srcId="{60EEBB90-B4AD-478F-B73A-A54213632FF9}" destId="{80108022-D425-4784-A83E-744F319535A6}" srcOrd="1" destOrd="2" presId="urn:microsoft.com/office/officeart/2005/8/layout/hList1"/>
    <dgm:cxn modelId="{42B516A7-989C-478F-BFA6-BC7974EE16A4}" type="presOf" srcId="{5018E71B-6F95-4ED9-AA51-78931AB3811B}" destId="{80108022-D425-4784-A83E-744F319535A6}" srcOrd="0" destOrd="0" presId="urn:microsoft.com/office/officeart/2005/8/layout/hList1"/>
    <dgm:cxn modelId="{7019FDC6-5CC3-4520-9089-BBADE8EB353B}" type="presOf" srcId="{DD05AFF2-AE4A-44E1-85DE-5D5CBF1C2F6A}" destId="{80108022-D425-4784-A83E-744F319535A6}" srcOrd="0" destOrd="1" presId="urn:microsoft.com/office/officeart/2005/8/layout/hList1"/>
    <dgm:cxn modelId="{402F5FCB-A73A-41C1-B334-EE5C33E4D986}" type="presOf" srcId="{250647CF-85D2-4C7A-8402-14D39562EC60}" destId="{80108022-D425-4784-A83E-744F319535A6}" srcOrd="0" destOrd="2" presId="urn:microsoft.com/office/officeart/2005/8/layout/hList1"/>
    <dgm:cxn modelId="{E6EB3AC0-CD86-4E20-B44F-BEDD95D7F775}" type="presOf" srcId="{483F6BCF-7891-4680-A53B-6639BFE0C70F}" destId="{80108022-D425-4784-A83E-744F319535A6}" srcOrd="0" destOrd="3" presId="urn:microsoft.com/office/officeart/2005/8/layout/hList1"/>
    <dgm:cxn modelId="{AF0A3D13-3C12-47EF-BB42-EEBD67F84A28}" type="presOf" srcId="{D81F3F48-FDFE-4ABE-BFB7-822DD698A45E}" destId="{80108022-D425-4784-A83E-744F319535A6}" srcOrd="0" destOrd="4" presId="urn:microsoft.com/office/officeart/2005/8/layout/hList1"/>
    <dgm:cxn modelId="{5D191F5E-1BE7-4326-AACA-EE4688A6C79D}" type="presParOf" srcId="{FA2DC531-6CE2-4FEB-A9C0-4070D3B097C9}" destId="{D7577F12-78AE-477E-9AF3-340527D9337C}" srcOrd="3" destOrd="0" presId="urn:microsoft.com/office/officeart/2005/8/layout/hList1"/>
    <dgm:cxn modelId="{B723A0FA-09A0-4C28-9747-86830F58E805}" type="presParOf" srcId="{FA2DC531-6CE2-4FEB-A9C0-4070D3B097C9}" destId="{F99A49A8-02EB-4944-94B0-11F82B8F4919}" srcOrd="4" destOrd="0" presId="urn:microsoft.com/office/officeart/2005/8/layout/hList1"/>
    <dgm:cxn modelId="{51ED9041-A539-4B76-A004-C33AF1327F4A}" type="presParOf" srcId="{F99A49A8-02EB-4944-94B0-11F82B8F4919}" destId="{69BB8A83-E524-4BA4-B6CF-9398CE706C9B}" srcOrd="0" destOrd="4" presId="urn:microsoft.com/office/officeart/2005/8/layout/hList1"/>
    <dgm:cxn modelId="{01FCBCFA-0962-401E-B748-F18FA7DCA55C}" type="presOf" srcId="{B1375513-A910-4479-B96D-6EEEB37271CD}" destId="{69BB8A83-E524-4BA4-B6CF-9398CE706C9B}" srcOrd="0" destOrd="0" presId="urn:microsoft.com/office/officeart/2005/8/layout/hList1"/>
    <dgm:cxn modelId="{970432DF-4CA2-4262-982D-6CD811BE549D}" type="presParOf" srcId="{F99A49A8-02EB-4944-94B0-11F82B8F4919}" destId="{BA2CA29B-8B07-4A29-815C-759BF55721F3}" srcOrd="1" destOrd="4" presId="urn:microsoft.com/office/officeart/2005/8/layout/hList1"/>
    <dgm:cxn modelId="{6F5380F1-B593-4FDA-8C49-54AE2CB333E6}" type="presOf" srcId="{95E9027E-588E-4B37-AD58-DF61D6B92B73}" destId="{BA2CA29B-8B07-4A29-815C-759BF55721F3}" srcOrd="0" destOrd="0" presId="urn:microsoft.com/office/officeart/2005/8/layout/hList1"/>
    <dgm:cxn modelId="{1FC868E5-FEDE-4D36-AE1D-615A0B4F61CC}" type="presOf" srcId="{791BA333-D36A-4A41-90B1-CE90BAE8E4E3}" destId="{BA2CA29B-8B07-4A29-815C-759BF55721F3}" srcOrd="0" destOrd="1" presId="urn:microsoft.com/office/officeart/2005/8/layout/hList1"/>
    <dgm:cxn modelId="{5441EC59-4BE7-4F19-BA08-D2EF7D706E42}" type="presParOf" srcId="{FA2DC531-6CE2-4FEB-A9C0-4070D3B097C9}" destId="{D59FE87A-60B5-4221-9800-4D5516CCE6B7}" srcOrd="5" destOrd="0" presId="urn:microsoft.com/office/officeart/2005/8/layout/hList1"/>
    <dgm:cxn modelId="{74D409C9-C678-4DDC-9023-F8BBF32149BC}" type="presParOf" srcId="{FA2DC531-6CE2-4FEB-A9C0-4070D3B097C9}" destId="{5B93484B-FD3D-466C-9577-9F29CAEB4BBF}" srcOrd="6" destOrd="0" presId="urn:microsoft.com/office/officeart/2005/8/layout/hList1"/>
    <dgm:cxn modelId="{4F417A65-81F7-4211-AED4-7B098E104971}" type="presParOf" srcId="{5B93484B-FD3D-466C-9577-9F29CAEB4BBF}" destId="{4D07EF84-391B-420B-B8C0-E92DEBB97376}" srcOrd="0" destOrd="6" presId="urn:microsoft.com/office/officeart/2005/8/layout/hList1"/>
    <dgm:cxn modelId="{2631AA7D-B5F8-4D69-AC14-5B2786A456E5}" type="presOf" srcId="{3AAB41BE-60B6-4214-BE8A-0E96405504B3}" destId="{4D07EF84-391B-420B-B8C0-E92DEBB97376}" srcOrd="0" destOrd="0" presId="urn:microsoft.com/office/officeart/2005/8/layout/hList1"/>
    <dgm:cxn modelId="{7269CE2C-C2B7-4364-A01A-04D91E9CA127}" type="presParOf" srcId="{5B93484B-FD3D-466C-9577-9F29CAEB4BBF}" destId="{B29CB5DC-ADE4-415A-9326-A1F29B6F335C}" srcOrd="1" destOrd="6" presId="urn:microsoft.com/office/officeart/2005/8/layout/hList1"/>
    <dgm:cxn modelId="{FA0429A8-C7C5-41E6-9C4B-BCE03628BCDE}" type="presOf" srcId="{6E6249CF-05F7-4E99-86C0-DDD23F13E718}" destId="{B29CB5DC-ADE4-415A-9326-A1F29B6F335C}" srcOrd="0" destOrd="0" presId="urn:microsoft.com/office/officeart/2005/8/layout/hList1"/>
    <dgm:cxn modelId="{22EA369D-3513-4999-8476-A01056B0477C}" type="presOf" srcId="{B0E6FCB8-93C5-4C80-AA92-34ED2EFDA9CF}" destId="{B29CB5DC-ADE4-415A-9326-A1F29B6F335C}" srcOrd="0" destOrd="1" presId="urn:microsoft.com/office/officeart/2005/8/layout/hList1"/>
    <dgm:cxn modelId="{5871A435-010A-4B63-A3CA-F85FCEB2DBE3}" type="presOf" srcId="{03071E54-3B1C-47D6-A119-95B3F22D4DDE}" destId="{B29CB5DC-ADE4-415A-9326-A1F29B6F335C}" srcOrd="0" destOrd="2" presId="urn:microsoft.com/office/officeart/2005/8/layout/hList1"/>
    <dgm:cxn modelId="{6F4C19AB-7761-420D-9AE9-847C160E11FB}" type="presParOf" srcId="{FA2DC531-6CE2-4FEB-A9C0-4070D3B097C9}" destId="{5A39239F-2B27-4EB2-BE72-3D872383C937}" srcOrd="7" destOrd="0" presId="urn:microsoft.com/office/officeart/2005/8/layout/hList1"/>
    <dgm:cxn modelId="{B4F38EC4-7472-4F40-8A0E-047C2074C2D7}" type="presParOf" srcId="{FA2DC531-6CE2-4FEB-A9C0-4070D3B097C9}" destId="{F8C27A03-04EB-4F91-99C6-C7E12D7CF30E}" srcOrd="8" destOrd="0" presId="urn:microsoft.com/office/officeart/2005/8/layout/hList1"/>
    <dgm:cxn modelId="{1DD716A5-C6B4-4CF4-B33E-8E3A888B64E6}" type="presParOf" srcId="{F8C27A03-04EB-4F91-99C6-C7E12D7CF30E}" destId="{137F6EAD-19C7-4CCA-9A91-B8B3EF23C7B3}" srcOrd="0" destOrd="8" presId="urn:microsoft.com/office/officeart/2005/8/layout/hList1"/>
    <dgm:cxn modelId="{6528CDFF-5E60-4468-93E7-7C983BC862BA}" type="presOf" srcId="{7C56BD13-748C-40DD-BE26-888362BA3342}" destId="{137F6EAD-19C7-4CCA-9A91-B8B3EF23C7B3}" srcOrd="0" destOrd="0" presId="urn:microsoft.com/office/officeart/2005/8/layout/hList1"/>
    <dgm:cxn modelId="{AAFF819C-EC49-4C35-A63E-F1794DD7E452}" type="presParOf" srcId="{F8C27A03-04EB-4F91-99C6-C7E12D7CF30E}" destId="{7DE07900-EFB4-49D2-8E21-41B1F1CA7E03}" srcOrd="1" destOrd="8" presId="urn:microsoft.com/office/officeart/2005/8/layout/hList1"/>
    <dgm:cxn modelId="{BC92766C-B373-4286-A73D-037EAB039F8C}" type="presOf" srcId="{79CCBDD0-BA29-4356-AEEF-E4F92F03171A}" destId="{7DE07900-EFB4-49D2-8E21-41B1F1CA7E03}" srcOrd="0" destOrd="0" presId="urn:microsoft.com/office/officeart/2005/8/layout/hList1"/>
    <dgm:cxn modelId="{9FA3238A-E811-41FC-9C4A-02BE2623D014}" type="presOf" srcId="{D637C1C4-2183-43FE-95AF-9DE8BCF3AC34}" destId="{7DE07900-EFB4-49D2-8E21-41B1F1CA7E03}" srcOrd="0" destOrd="1" presId="urn:microsoft.com/office/officeart/2005/8/layout/hList1"/>
    <dgm:cxn modelId="{FCA0FBB6-83AB-4014-BA82-C64D68FBAAEA}" type="presOf" srcId="{A2DB4F42-E954-4610-AFBC-78A85E47B939}" destId="{7DE07900-EFB4-49D2-8E21-41B1F1CA7E03}" srcOrd="0" destOrd="2" presId="urn:microsoft.com/office/officeart/2005/8/layout/hList1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2743200" cy="3957955"/>
        <a:chOff x="0" y="0"/>
        <a:chExt cx="2743200" cy="3957955"/>
      </a:xfrm>
    </dsp:grpSpPr>
    <dsp:sp modelId="{EA6A355A-4EAD-492C-AFEC-04B7F6FC26F4}">
      <dsp:nvSpPr>
        <dsp:cNvPr id="3" name="Rectangle 2"/>
        <dsp:cNvSpPr/>
      </dsp:nvSpPr>
      <dsp:spPr bwMode="white">
        <a:xfrm>
          <a:off x="0" y="29552"/>
          <a:ext cx="2743200" cy="80640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accent1">
            <a:alpha val="9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0" y="29552"/>
        <a:ext cx="2743200" cy="806400"/>
      </dsp:txXfrm>
    </dsp:sp>
    <dsp:sp modelId="{FFAF31F9-3861-4620-8038-83E3ABCBD92E}">
      <dsp:nvSpPr>
        <dsp:cNvPr id="4" name="Rectangle 3"/>
        <dsp:cNvSpPr/>
      </dsp:nvSpPr>
      <dsp:spPr bwMode="white">
        <a:xfrm>
          <a:off x="0" y="835953"/>
          <a:ext cx="2743200" cy="309245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49352" tIns="149352" rIns="199136" bIns="224028" anchor="t"/>
        <a:lstStyle>
          <a:lvl1pPr algn="l">
            <a:defRPr sz="28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>
              <a:solidFill>
                <a:schemeClr val="dk1"/>
              </a:solidFill>
              <a:sym typeface="+mn-ea"/>
            </a:rPr>
            <a:t>ypeScript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VS Code Extension API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React (Webview Panel)</a:t>
          </a:r>
          <a:endParaRPr lang="en-US">
            <a:solidFill>
              <a:schemeClr val="dk1"/>
            </a:solidFill>
          </a:endParaRPr>
        </a:p>
      </dsp:txBody>
      <dsp:txXfrm>
        <a:off x="0" y="835953"/>
        <a:ext cx="2743200" cy="3092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2743200" cy="3957955"/>
        <a:chOff x="0" y="0"/>
        <a:chExt cx="2743200" cy="3957955"/>
      </a:xfrm>
    </dsp:grpSpPr>
    <dsp:sp modelId="{EA6A355A-4EAD-492C-AFEC-04B7F6FC26F4}">
      <dsp:nvSpPr>
        <dsp:cNvPr id="3" name="Rectangle 2"/>
        <dsp:cNvSpPr/>
      </dsp:nvSpPr>
      <dsp:spPr bwMode="white">
        <a:xfrm>
          <a:off x="0" y="29552"/>
          <a:ext cx="2743200" cy="80640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accent1">
            <a:alpha val="9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0" y="29552"/>
        <a:ext cx="2743200" cy="806400"/>
      </dsp:txXfrm>
    </dsp:sp>
    <dsp:sp modelId="{FFAF31F9-3861-4620-8038-83E3ABCBD92E}">
      <dsp:nvSpPr>
        <dsp:cNvPr id="4" name="Rectangle 3"/>
        <dsp:cNvSpPr/>
      </dsp:nvSpPr>
      <dsp:spPr bwMode="white">
        <a:xfrm>
          <a:off x="0" y="835953"/>
          <a:ext cx="2743200" cy="309245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49352" tIns="149352" rIns="199136" bIns="224028" anchor="t"/>
        <a:lstStyle>
          <a:lvl1pPr algn="l">
            <a:defRPr sz="28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>
              <a:solidFill>
                <a:schemeClr val="dk1"/>
              </a:solidFill>
              <a:sym typeface="+mn-ea"/>
            </a:rPr>
            <a:t>ypeScript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VS Code Extension API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React (Webview Panel)</a:t>
          </a:r>
          <a:endParaRPr lang="en-US">
            <a:solidFill>
              <a:schemeClr val="dk1"/>
            </a:solidFill>
          </a:endParaRPr>
        </a:p>
      </dsp:txBody>
      <dsp:txXfrm>
        <a:off x="0" y="835953"/>
        <a:ext cx="2743200" cy="3092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06820" cy="3568065"/>
        <a:chOff x="0" y="0"/>
        <a:chExt cx="6306820" cy="3568065"/>
      </a:xfrm>
    </dsp:grpSpPr>
    <dsp:sp modelId="{EA6A355A-4EAD-492C-AFEC-04B7F6FC26F4}">
      <dsp:nvSpPr>
        <dsp:cNvPr id="3" name="Rectangle 2"/>
        <dsp:cNvSpPr/>
      </dsp:nvSpPr>
      <dsp:spPr bwMode="white">
        <a:xfrm>
          <a:off x="0" y="46195"/>
          <a:ext cx="2947112" cy="6912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0688" tIns="97536" rIns="170688" bIns="97536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0" y="46195"/>
        <a:ext cx="2947112" cy="691200"/>
      </dsp:txXfrm>
    </dsp:sp>
    <dsp:sp modelId="{FFAF31F9-3861-4620-8038-83E3ABCBD92E}">
      <dsp:nvSpPr>
        <dsp:cNvPr id="4" name="Rectangle 3"/>
        <dsp:cNvSpPr/>
      </dsp:nvSpPr>
      <dsp:spPr bwMode="white">
        <a:xfrm>
          <a:off x="0" y="737395"/>
          <a:ext cx="2947112" cy="278447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24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>
              <a:solidFill>
                <a:schemeClr val="dk1"/>
              </a:solidFill>
              <a:sym typeface="+mn-ea"/>
            </a:rPr>
            <a:t>ypeScript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VS Code Extension API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React (Webview Panel)</a:t>
          </a:r>
          <a:endParaRPr lang="en-US">
            <a:solidFill>
              <a:schemeClr val="dk1"/>
            </a:solidFill>
          </a:endParaRPr>
        </a:p>
      </dsp:txBody>
      <dsp:txXfrm>
        <a:off x="0" y="737395"/>
        <a:ext cx="2947112" cy="2784475"/>
      </dsp:txXfrm>
    </dsp:sp>
    <dsp:sp modelId="{15149606-31FF-483E-91B6-133CC39A46AE}">
      <dsp:nvSpPr>
        <dsp:cNvPr id="5" name="Rectangle 4"/>
        <dsp:cNvSpPr/>
      </dsp:nvSpPr>
      <dsp:spPr bwMode="white">
        <a:xfrm>
          <a:off x="3359708" y="46195"/>
          <a:ext cx="2947112" cy="6912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0688" tIns="97536" rIns="170688" bIns="97536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endParaRPr altLang="en-US"/>
        </a:p>
      </dsp:txBody>
      <dsp:txXfrm>
        <a:off x="3359708" y="46195"/>
        <a:ext cx="2947112" cy="691200"/>
      </dsp:txXfrm>
    </dsp:sp>
    <dsp:sp modelId="{80108022-D425-4784-A83E-744F319535A6}">
      <dsp:nvSpPr>
        <dsp:cNvPr id="6" name="Rectangle 5"/>
        <dsp:cNvSpPr/>
      </dsp:nvSpPr>
      <dsp:spPr bwMode="white">
        <a:xfrm>
          <a:off x="3359708" y="737395"/>
          <a:ext cx="2947112" cy="278447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24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N</a:t>
          </a:r>
          <a:r>
            <a:rPr lang="en-US">
              <a:solidFill>
                <a:schemeClr val="dk1"/>
              </a:solidFill>
              <a:sym typeface="+mn-ea"/>
            </a:rPr>
            <a:t>ode.js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Express.js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LLM API (Claude/GPT)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Playwright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Axios/Supertest</a:t>
          </a:r>
          <a:endParaRPr lang="en-US">
            <a:solidFill>
              <a:schemeClr val="dk1"/>
            </a:solidFill>
          </a:endParaRPr>
        </a:p>
      </dsp:txBody>
      <dsp:txXfrm>
        <a:off x="3359708" y="737395"/>
        <a:ext cx="2947112" cy="27844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195820" cy="3507105"/>
        <a:chOff x="0" y="0"/>
        <a:chExt cx="7195820" cy="3507105"/>
      </a:xfrm>
    </dsp:grpSpPr>
    <dsp:sp modelId="{EA6A355A-4EAD-492C-AFEC-04B7F6FC26F4}">
      <dsp:nvSpPr>
        <dsp:cNvPr id="3" name="Rectangle 2"/>
        <dsp:cNvSpPr/>
      </dsp:nvSpPr>
      <dsp:spPr bwMode="white">
        <a:xfrm>
          <a:off x="0" y="305725"/>
          <a:ext cx="2193848" cy="5760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81280" rIns="142240" bIns="8128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0" y="305725"/>
        <a:ext cx="2193848" cy="576000"/>
      </dsp:txXfrm>
    </dsp:sp>
    <dsp:sp modelId="{FFAF31F9-3861-4620-8038-83E3ABCBD92E}">
      <dsp:nvSpPr>
        <dsp:cNvPr id="4" name="Rectangle 3"/>
        <dsp:cNvSpPr/>
      </dsp:nvSpPr>
      <dsp:spPr bwMode="white">
        <a:xfrm>
          <a:off x="0" y="881725"/>
          <a:ext cx="2193848" cy="231965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106680" rIns="142240" bIns="160020" anchor="t"/>
        <a:lstStyle>
          <a:lvl1pPr algn="l">
            <a:defRPr sz="20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>
              <a:solidFill>
                <a:schemeClr val="dk1"/>
              </a:solidFill>
              <a:sym typeface="+mn-ea"/>
            </a:rPr>
            <a:t>ypeScript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VS Code Extension API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React (Webview Panel)</a:t>
          </a:r>
          <a:endParaRPr lang="en-US">
            <a:solidFill>
              <a:schemeClr val="dk1"/>
            </a:solidFill>
          </a:endParaRPr>
        </a:p>
      </dsp:txBody>
      <dsp:txXfrm>
        <a:off x="0" y="881725"/>
        <a:ext cx="2193848" cy="2319655"/>
      </dsp:txXfrm>
    </dsp:sp>
    <dsp:sp modelId="{15149606-31FF-483E-91B6-133CC39A46AE}">
      <dsp:nvSpPr>
        <dsp:cNvPr id="5" name="Rectangle 4"/>
        <dsp:cNvSpPr/>
      </dsp:nvSpPr>
      <dsp:spPr bwMode="white">
        <a:xfrm>
          <a:off x="2500986" y="305725"/>
          <a:ext cx="2193848" cy="5760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81280" rIns="142240" bIns="8128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endParaRPr altLang="en-US"/>
        </a:p>
      </dsp:txBody>
      <dsp:txXfrm>
        <a:off x="2500986" y="305725"/>
        <a:ext cx="2193848" cy="576000"/>
      </dsp:txXfrm>
    </dsp:sp>
    <dsp:sp modelId="{80108022-D425-4784-A83E-744F319535A6}">
      <dsp:nvSpPr>
        <dsp:cNvPr id="6" name="Rectangle 5"/>
        <dsp:cNvSpPr/>
      </dsp:nvSpPr>
      <dsp:spPr bwMode="white">
        <a:xfrm>
          <a:off x="2500986" y="881725"/>
          <a:ext cx="2193848" cy="231965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106680" rIns="142240" bIns="160020" anchor="t"/>
        <a:lstStyle>
          <a:lvl1pPr algn="l">
            <a:defRPr sz="20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N</a:t>
          </a:r>
          <a:r>
            <a:rPr lang="en-US">
              <a:solidFill>
                <a:schemeClr val="dk1"/>
              </a:solidFill>
              <a:sym typeface="+mn-ea"/>
            </a:rPr>
            <a:t>ode.js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Express.js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LLM API (Claude/GPT)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Playwright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Axios/Supertest</a:t>
          </a:r>
          <a:endParaRPr lang="en-US">
            <a:solidFill>
              <a:schemeClr val="dk1"/>
            </a:solidFill>
          </a:endParaRPr>
        </a:p>
      </dsp:txBody>
      <dsp:txXfrm>
        <a:off x="2500986" y="881725"/>
        <a:ext cx="2193848" cy="2319655"/>
      </dsp:txXfrm>
    </dsp:sp>
    <dsp:sp modelId="{69BB8A83-E524-4BA4-B6CF-9398CE706C9B}">
      <dsp:nvSpPr>
        <dsp:cNvPr id="7" name="Rectangle 6"/>
        <dsp:cNvSpPr/>
      </dsp:nvSpPr>
      <dsp:spPr bwMode="white">
        <a:xfrm>
          <a:off x="5001972" y="305725"/>
          <a:ext cx="2193848" cy="5760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81280" rIns="142240" bIns="8128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Database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5001972" y="305725"/>
        <a:ext cx="2193848" cy="576000"/>
      </dsp:txXfrm>
    </dsp:sp>
    <dsp:sp modelId="{BA2CA29B-8B07-4A29-815C-759BF55721F3}">
      <dsp:nvSpPr>
        <dsp:cNvPr id="8" name="Rectangle 7"/>
        <dsp:cNvSpPr/>
      </dsp:nvSpPr>
      <dsp:spPr bwMode="white">
        <a:xfrm>
          <a:off x="5001972" y="881725"/>
          <a:ext cx="2193848" cy="231965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106680" rIns="142240" bIns="160020" anchor="t"/>
        <a:lstStyle>
          <a:lvl1pPr algn="l">
            <a:defRPr sz="20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S</a:t>
          </a:r>
          <a:r>
            <a:rPr lang="en-US">
              <a:solidFill>
                <a:schemeClr val="dk1"/>
              </a:solidFill>
              <a:sym typeface="+mn-ea"/>
            </a:rPr>
            <a:t>QLite (local storage)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PostgreSQL (optional cloud sync)</a:t>
          </a:r>
          <a:endParaRPr lang="en-US">
            <a:solidFill>
              <a:schemeClr val="dk1"/>
            </a:solidFill>
          </a:endParaRPr>
        </a:p>
      </dsp:txBody>
      <dsp:txXfrm>
        <a:off x="5001972" y="881725"/>
        <a:ext cx="2193848" cy="23196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940290" cy="3732530"/>
        <a:chOff x="0" y="0"/>
        <a:chExt cx="9940290" cy="3732530"/>
      </a:xfrm>
    </dsp:grpSpPr>
    <dsp:sp modelId="{EA6A355A-4EAD-492C-AFEC-04B7F6FC26F4}">
      <dsp:nvSpPr>
        <dsp:cNvPr id="3" name="Rectangle 2"/>
        <dsp:cNvSpPr/>
      </dsp:nvSpPr>
      <dsp:spPr bwMode="white">
        <a:xfrm>
          <a:off x="0" y="345300"/>
          <a:ext cx="2248934" cy="6048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9352" tIns="85344" rIns="149352" bIns="85344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0" y="345300"/>
        <a:ext cx="2248934" cy="604800"/>
      </dsp:txXfrm>
    </dsp:sp>
    <dsp:sp modelId="{FFAF31F9-3861-4620-8038-83E3ABCBD92E}">
      <dsp:nvSpPr>
        <dsp:cNvPr id="4" name="Rectangle 3"/>
        <dsp:cNvSpPr/>
      </dsp:nvSpPr>
      <dsp:spPr bwMode="white">
        <a:xfrm>
          <a:off x="0" y="950100"/>
          <a:ext cx="2248934" cy="243713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12014" tIns="112014" rIns="149352" bIns="168021" anchor="t"/>
        <a:lstStyle>
          <a:lvl1pPr algn="l">
            <a:defRPr sz="21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>
              <a:solidFill>
                <a:schemeClr val="dk1"/>
              </a:solidFill>
              <a:sym typeface="+mn-ea"/>
            </a:rPr>
            <a:t>ypeScript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VS Code Extension API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React (Webview Panel)</a:t>
          </a:r>
          <a:endParaRPr lang="en-US">
            <a:solidFill>
              <a:schemeClr val="dk1"/>
            </a:solidFill>
          </a:endParaRPr>
        </a:p>
      </dsp:txBody>
      <dsp:txXfrm>
        <a:off x="0" y="950100"/>
        <a:ext cx="2248934" cy="2437130"/>
      </dsp:txXfrm>
    </dsp:sp>
    <dsp:sp modelId="{15149606-31FF-483E-91B6-133CC39A46AE}">
      <dsp:nvSpPr>
        <dsp:cNvPr id="5" name="Rectangle 4"/>
        <dsp:cNvSpPr/>
      </dsp:nvSpPr>
      <dsp:spPr bwMode="white">
        <a:xfrm>
          <a:off x="2563785" y="345300"/>
          <a:ext cx="2248934" cy="6048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6863"/>
          </a:schemeClr>
        </a:lnRef>
        <a:fillRef idx="1">
          <a:schemeClr val="accent1">
            <a:alpha val="90000"/>
            <a:hueOff val="0"/>
            <a:satOff val="0"/>
            <a:lumOff val="0"/>
            <a:alpha val="7686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9352" tIns="85344" rIns="149352" bIns="85344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endParaRPr altLang="en-US"/>
        </a:p>
      </dsp:txBody>
      <dsp:txXfrm>
        <a:off x="2563785" y="345300"/>
        <a:ext cx="2248934" cy="604800"/>
      </dsp:txXfrm>
    </dsp:sp>
    <dsp:sp modelId="{80108022-D425-4784-A83E-744F319535A6}">
      <dsp:nvSpPr>
        <dsp:cNvPr id="6" name="Rectangle 5"/>
        <dsp:cNvSpPr/>
      </dsp:nvSpPr>
      <dsp:spPr bwMode="white">
        <a:xfrm>
          <a:off x="2563785" y="950100"/>
          <a:ext cx="2248934" cy="243713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12014" tIns="112014" rIns="149352" bIns="168021" anchor="t"/>
        <a:lstStyle>
          <a:lvl1pPr algn="l">
            <a:defRPr sz="21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N</a:t>
          </a:r>
          <a:r>
            <a:rPr lang="en-US">
              <a:solidFill>
                <a:schemeClr val="dk1"/>
              </a:solidFill>
              <a:sym typeface="+mn-ea"/>
            </a:rPr>
            <a:t>ode.js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Express.js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LLM API (Claude/GPT)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Playwright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Axios/Supertest</a:t>
          </a:r>
          <a:endParaRPr lang="en-US">
            <a:solidFill>
              <a:schemeClr val="dk1"/>
            </a:solidFill>
          </a:endParaRPr>
        </a:p>
      </dsp:txBody>
      <dsp:txXfrm>
        <a:off x="2563785" y="950100"/>
        <a:ext cx="2248934" cy="2437130"/>
      </dsp:txXfrm>
    </dsp:sp>
    <dsp:sp modelId="{69BB8A83-E524-4BA4-B6CF-9398CE706C9B}">
      <dsp:nvSpPr>
        <dsp:cNvPr id="7" name="Rectangle 6"/>
        <dsp:cNvSpPr/>
      </dsp:nvSpPr>
      <dsp:spPr bwMode="white">
        <a:xfrm>
          <a:off x="5127570" y="345300"/>
          <a:ext cx="2248934" cy="6048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63529"/>
          </a:schemeClr>
        </a:lnRef>
        <a:fillRef idx="1">
          <a:schemeClr val="accent1">
            <a:alpha val="90000"/>
            <a:hueOff val="0"/>
            <a:satOff val="0"/>
            <a:lumOff val="0"/>
            <a:alpha val="6352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9352" tIns="85344" rIns="149352" bIns="85344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Database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5127570" y="345300"/>
        <a:ext cx="2248934" cy="604800"/>
      </dsp:txXfrm>
    </dsp:sp>
    <dsp:sp modelId="{BA2CA29B-8B07-4A29-815C-759BF55721F3}">
      <dsp:nvSpPr>
        <dsp:cNvPr id="8" name="Rectangle 7"/>
        <dsp:cNvSpPr/>
      </dsp:nvSpPr>
      <dsp:spPr bwMode="white">
        <a:xfrm>
          <a:off x="5127570" y="950100"/>
          <a:ext cx="2248934" cy="243713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12014" tIns="112014" rIns="149352" bIns="168021" anchor="t"/>
        <a:lstStyle>
          <a:lvl1pPr algn="l">
            <a:defRPr sz="21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S</a:t>
          </a:r>
          <a:r>
            <a:rPr lang="en-US">
              <a:solidFill>
                <a:schemeClr val="dk1"/>
              </a:solidFill>
              <a:sym typeface="+mn-ea"/>
            </a:rPr>
            <a:t>QLite (local storage)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PostgreSQL (optional cloud sync)</a:t>
          </a:r>
          <a:endParaRPr lang="en-US">
            <a:solidFill>
              <a:schemeClr val="dk1"/>
            </a:solidFill>
          </a:endParaRPr>
        </a:p>
      </dsp:txBody>
      <dsp:txXfrm>
        <a:off x="5127570" y="950100"/>
        <a:ext cx="2248934" cy="2437130"/>
      </dsp:txXfrm>
    </dsp:sp>
    <dsp:sp modelId="{4D07EF84-391B-420B-B8C0-E92DEBB97376}">
      <dsp:nvSpPr>
        <dsp:cNvPr id="9" name="Rectangle 8"/>
        <dsp:cNvSpPr/>
      </dsp:nvSpPr>
      <dsp:spPr bwMode="white">
        <a:xfrm>
          <a:off x="7691356" y="345300"/>
          <a:ext cx="2248934" cy="6048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9352" tIns="85344" rIns="149352" bIns="85344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Cloud &amp; DevOps</a:t>
          </a:r>
          <a:endParaRPr altLang="en-US"/>
        </a:p>
      </dsp:txBody>
      <dsp:txXfrm>
        <a:off x="7691356" y="345300"/>
        <a:ext cx="2248934" cy="604800"/>
      </dsp:txXfrm>
    </dsp:sp>
    <dsp:sp modelId="{B29CB5DC-ADE4-415A-9326-A1F29B6F335C}">
      <dsp:nvSpPr>
        <dsp:cNvPr id="10" name="Rectangle 9"/>
        <dsp:cNvSpPr/>
      </dsp:nvSpPr>
      <dsp:spPr bwMode="white">
        <a:xfrm>
          <a:off x="7691356" y="950100"/>
          <a:ext cx="2248934" cy="243713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12014" tIns="112014" rIns="149352" bIns="168021" anchor="t"/>
        <a:lstStyle>
          <a:lvl1pPr algn="l">
            <a:defRPr sz="21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D</a:t>
          </a:r>
          <a:r>
            <a:rPr lang="en-US">
              <a:solidFill>
                <a:schemeClr val="dk1"/>
              </a:solidFill>
              <a:sym typeface="+mn-ea"/>
            </a:rPr>
            <a:t>ocker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GitHub Actions (CI/CD)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Vercel / Render (deployment)</a:t>
          </a:r>
          <a:endParaRPr lang="en-US">
            <a:solidFill>
              <a:schemeClr val="dk1"/>
            </a:solidFill>
          </a:endParaRPr>
        </a:p>
      </dsp:txBody>
      <dsp:txXfrm>
        <a:off x="7691356" y="950100"/>
        <a:ext cx="2248934" cy="24371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701145" cy="4530725"/>
        <a:chOff x="0" y="0"/>
        <a:chExt cx="11701145" cy="4530725"/>
      </a:xfrm>
    </dsp:grpSpPr>
    <dsp:sp modelId="{EA6A355A-4EAD-492C-AFEC-04B7F6FC26F4}">
      <dsp:nvSpPr>
        <dsp:cNvPr id="3" name="Rectangle 2"/>
        <dsp:cNvSpPr/>
      </dsp:nvSpPr>
      <dsp:spPr bwMode="white">
        <a:xfrm>
          <a:off x="0" y="795338"/>
          <a:ext cx="2104522" cy="73596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Frontend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0" y="795338"/>
        <a:ext cx="2104522" cy="735965"/>
      </dsp:txXfrm>
    </dsp:sp>
    <dsp:sp modelId="{FFAF31F9-3861-4620-8038-83E3ABCBD92E}">
      <dsp:nvSpPr>
        <dsp:cNvPr id="4" name="Rectangle 3"/>
        <dsp:cNvSpPr/>
      </dsp:nvSpPr>
      <dsp:spPr bwMode="white">
        <a:xfrm>
          <a:off x="0" y="1531303"/>
          <a:ext cx="2104522" cy="220408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>
              <a:solidFill>
                <a:schemeClr val="dk1"/>
              </a:solidFill>
              <a:sym typeface="+mn-ea"/>
            </a:rPr>
            <a:t>ypeScript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VS Code Extension API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React (Webview Panel)</a:t>
          </a:r>
          <a:endParaRPr lang="en-US">
            <a:solidFill>
              <a:schemeClr val="dk1"/>
            </a:solidFill>
          </a:endParaRPr>
        </a:p>
      </dsp:txBody>
      <dsp:txXfrm>
        <a:off x="0" y="1531303"/>
        <a:ext cx="2104522" cy="2204085"/>
      </dsp:txXfrm>
    </dsp:sp>
    <dsp:sp modelId="{15149606-31FF-483E-91B6-133CC39A46AE}">
      <dsp:nvSpPr>
        <dsp:cNvPr id="5" name="Rectangle 4"/>
        <dsp:cNvSpPr/>
      </dsp:nvSpPr>
      <dsp:spPr bwMode="white">
        <a:xfrm>
          <a:off x="2399156" y="795338"/>
          <a:ext cx="2104522" cy="73596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80196"/>
          </a:schemeClr>
        </a:lnRef>
        <a:fillRef idx="1">
          <a:schemeClr val="accent1">
            <a:alpha val="90000"/>
            <a:hueOff val="0"/>
            <a:satOff val="0"/>
            <a:lumOff val="0"/>
            <a:alpha val="8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Backend</a:t>
          </a:r>
          <a:endParaRPr altLang="en-US"/>
        </a:p>
      </dsp:txBody>
      <dsp:txXfrm>
        <a:off x="2399156" y="795338"/>
        <a:ext cx="2104522" cy="735965"/>
      </dsp:txXfrm>
    </dsp:sp>
    <dsp:sp modelId="{80108022-D425-4784-A83E-744F319535A6}">
      <dsp:nvSpPr>
        <dsp:cNvPr id="6" name="Rectangle 5"/>
        <dsp:cNvSpPr/>
      </dsp:nvSpPr>
      <dsp:spPr bwMode="white">
        <a:xfrm>
          <a:off x="2399156" y="1531303"/>
          <a:ext cx="2104522" cy="220408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N</a:t>
          </a:r>
          <a:r>
            <a:rPr lang="en-US">
              <a:solidFill>
                <a:schemeClr val="dk1"/>
              </a:solidFill>
              <a:sym typeface="+mn-ea"/>
            </a:rPr>
            <a:t>ode.js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Express.js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LLM API (Claude/GPT)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Playwright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Axios/Supertest</a:t>
          </a:r>
          <a:endParaRPr lang="en-US">
            <a:solidFill>
              <a:schemeClr val="dk1"/>
            </a:solidFill>
          </a:endParaRPr>
        </a:p>
      </dsp:txBody>
      <dsp:txXfrm>
        <a:off x="2399156" y="1531303"/>
        <a:ext cx="2104522" cy="2204085"/>
      </dsp:txXfrm>
    </dsp:sp>
    <dsp:sp modelId="{69BB8A83-E524-4BA4-B6CF-9398CE706C9B}">
      <dsp:nvSpPr>
        <dsp:cNvPr id="7" name="Rectangle 6"/>
        <dsp:cNvSpPr/>
      </dsp:nvSpPr>
      <dsp:spPr bwMode="white">
        <a:xfrm>
          <a:off x="4798311" y="795338"/>
          <a:ext cx="2104522" cy="73596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Database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4798311" y="795338"/>
        <a:ext cx="2104522" cy="735965"/>
      </dsp:txXfrm>
    </dsp:sp>
    <dsp:sp modelId="{BA2CA29B-8B07-4A29-815C-759BF55721F3}">
      <dsp:nvSpPr>
        <dsp:cNvPr id="8" name="Rectangle 7"/>
        <dsp:cNvSpPr/>
      </dsp:nvSpPr>
      <dsp:spPr bwMode="white">
        <a:xfrm>
          <a:off x="4798311" y="1531303"/>
          <a:ext cx="2104522" cy="220408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S</a:t>
          </a:r>
          <a:r>
            <a:rPr lang="en-US">
              <a:solidFill>
                <a:schemeClr val="dk1"/>
              </a:solidFill>
              <a:sym typeface="+mn-ea"/>
            </a:rPr>
            <a:t>QLite (local storage)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PostgreSQL (optional cloud sync)</a:t>
          </a:r>
          <a:endParaRPr lang="en-US">
            <a:solidFill>
              <a:schemeClr val="dk1"/>
            </a:solidFill>
          </a:endParaRPr>
        </a:p>
      </dsp:txBody>
      <dsp:txXfrm>
        <a:off x="4798311" y="1531303"/>
        <a:ext cx="2104522" cy="2204085"/>
      </dsp:txXfrm>
    </dsp:sp>
    <dsp:sp modelId="{4D07EF84-391B-420B-B8C0-E92DEBB97376}">
      <dsp:nvSpPr>
        <dsp:cNvPr id="9" name="Rectangle 8"/>
        <dsp:cNvSpPr/>
      </dsp:nvSpPr>
      <dsp:spPr bwMode="white">
        <a:xfrm>
          <a:off x="7197467" y="795338"/>
          <a:ext cx="2104522" cy="73596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60196"/>
          </a:schemeClr>
        </a:lnRef>
        <a:fillRef idx="1">
          <a:schemeClr val="accent1">
            <a:alpha val="90000"/>
            <a:hueOff val="0"/>
            <a:satOff val="0"/>
            <a:lumOff val="0"/>
            <a:alpha val="6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Cloud &amp; DevOps</a:t>
          </a:r>
          <a:endParaRPr altLang="en-US"/>
        </a:p>
      </dsp:txBody>
      <dsp:txXfrm>
        <a:off x="7197467" y="795338"/>
        <a:ext cx="2104522" cy="735965"/>
      </dsp:txXfrm>
    </dsp:sp>
    <dsp:sp modelId="{B29CB5DC-ADE4-415A-9326-A1F29B6F335C}">
      <dsp:nvSpPr>
        <dsp:cNvPr id="10" name="Rectangle 9"/>
        <dsp:cNvSpPr/>
      </dsp:nvSpPr>
      <dsp:spPr bwMode="white">
        <a:xfrm>
          <a:off x="7197467" y="1531303"/>
          <a:ext cx="2104522" cy="220408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D</a:t>
          </a:r>
          <a:r>
            <a:rPr lang="en-US">
              <a:solidFill>
                <a:schemeClr val="dk1"/>
              </a:solidFill>
              <a:sym typeface="+mn-ea"/>
            </a:rPr>
            <a:t>ocker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GitHub Actions (CI/CD)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Vercel / Render (deployment)</a:t>
          </a:r>
          <a:endParaRPr lang="en-US">
            <a:solidFill>
              <a:schemeClr val="dk1"/>
            </a:solidFill>
          </a:endParaRPr>
        </a:p>
      </dsp:txBody>
      <dsp:txXfrm>
        <a:off x="7197467" y="1531303"/>
        <a:ext cx="2104522" cy="2204085"/>
      </dsp:txXfrm>
    </dsp:sp>
    <dsp:sp modelId="{137F6EAD-19C7-4CCA-9A91-B8B3EF23C7B3}">
      <dsp:nvSpPr>
        <dsp:cNvPr id="11" name="Rectangle 10"/>
        <dsp:cNvSpPr/>
      </dsp:nvSpPr>
      <dsp:spPr bwMode="white">
        <a:xfrm>
          <a:off x="9596623" y="795338"/>
          <a:ext cx="2104522" cy="73596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baseline="0">
              <a:rtl val="0"/>
            </a:rPr>
            <a:t>Project Management:</a:t>
          </a:r>
          <a:r>
            <a:rPr lang="en-US" b="0" i="0" u="none" baseline="0">
              <a:rtl val="0"/>
            </a:rPr>
            <a:t> </a:t>
          </a:r>
          <a:endParaRPr altLang="en-US"/>
        </a:p>
      </dsp:txBody>
      <dsp:txXfrm>
        <a:off x="9596623" y="795338"/>
        <a:ext cx="2104522" cy="735965"/>
      </dsp:txXfrm>
    </dsp:sp>
    <dsp:sp modelId="{7DE07900-EFB4-49D2-8E21-41B1F1CA7E03}">
      <dsp:nvSpPr>
        <dsp:cNvPr id="12" name="Rectangle 11"/>
        <dsp:cNvSpPr/>
      </dsp:nvSpPr>
      <dsp:spPr bwMode="white">
        <a:xfrm>
          <a:off x="9596623" y="1531303"/>
          <a:ext cx="2104522" cy="2204085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G</a:t>
          </a:r>
          <a:r>
            <a:rPr lang="en-US">
              <a:solidFill>
                <a:schemeClr val="dk1"/>
              </a:solidFill>
              <a:sym typeface="+mn-ea"/>
            </a:rPr>
            <a:t>itHub (version control)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Jira/Trello (task tracking)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  <a:sym typeface="+mn-ea"/>
            </a:rPr>
            <a:t>Agile sprints</a:t>
          </a:r>
          <a:endParaRPr lang="en-US">
            <a:solidFill>
              <a:schemeClr val="dk1"/>
            </a:solidFill>
          </a:endParaRPr>
        </a:p>
      </dsp:txBody>
      <dsp:txXfrm>
        <a:off x="9596623" y="1531303"/>
        <a:ext cx="2104522" cy="2204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6D3FB-1549-436D-A047-5B4CC933643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6481B-712C-4039-9071-29ECFC6DB04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06481B-712C-4039-9071-29ECFC6DB04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06481B-712C-4039-9071-29ECFC6DB04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789D-D095-463C-BF11-BF8147785C0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B7F9-C0B0-42E5-9F29-3A60B23F6B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3EAB4-1D24-4315-A313-752C76D4F01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DEE0-258F-4ACD-A132-B346C73927D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567CF-CEA3-4609-9C51-A95B7F98339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EE20-76D7-4356-9158-B778C4D9DE9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61A1A-E0FE-40D5-9C22-3F6004F7FF3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D138-81AF-4169-B65C-F0130CE0C0B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6FB64-BF39-4AEC-8962-9DBA3E69858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B4206-9FEA-4284-AAB3-9D4986ACBF8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C29E-4FB1-48F3-98F4-E30F3ABCD1A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GI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25935-2235-460E-B7CB-3E3CC427A05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8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7.xml"/><Relationship Id="rId10" Type="http://schemas.openxmlformats.org/officeDocument/2006/relationships/image" Target="../media/image6.sv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10.svg"/><Relationship Id="rId23" Type="http://schemas.openxmlformats.org/officeDocument/2006/relationships/image" Target="../media/image14.png"/><Relationship Id="rId22" Type="http://schemas.openxmlformats.org/officeDocument/2006/relationships/tags" Target="../tags/tag24.xml"/><Relationship Id="rId21" Type="http://schemas.openxmlformats.org/officeDocument/2006/relationships/image" Target="../media/image8.svg"/><Relationship Id="rId20" Type="http://schemas.openxmlformats.org/officeDocument/2006/relationships/image" Target="../media/image13.png"/><Relationship Id="rId2" Type="http://schemas.openxmlformats.org/officeDocument/2006/relationships/tags" Target="../tags/tag10.xml"/><Relationship Id="rId19" Type="http://schemas.openxmlformats.org/officeDocument/2006/relationships/tags" Target="../tags/tag23.xml"/><Relationship Id="rId18" Type="http://schemas.openxmlformats.org/officeDocument/2006/relationships/image" Target="../media/image6.svg"/><Relationship Id="rId17" Type="http://schemas.openxmlformats.org/officeDocument/2006/relationships/image" Target="../media/image12.png"/><Relationship Id="rId16" Type="http://schemas.openxmlformats.org/officeDocument/2006/relationships/tags" Target="../tags/tag22.xml"/><Relationship Id="rId15" Type="http://schemas.openxmlformats.org/officeDocument/2006/relationships/image" Target="../media/image4.svg"/><Relationship Id="rId14" Type="http://schemas.openxmlformats.org/officeDocument/2006/relationships/image" Target="../media/image11.png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9" Type="http://schemas.openxmlformats.org/officeDocument/2006/relationships/image" Target="../media/image18.svg"/><Relationship Id="rId28" Type="http://schemas.openxmlformats.org/officeDocument/2006/relationships/image" Target="../media/image9.png"/><Relationship Id="rId27" Type="http://schemas.openxmlformats.org/officeDocument/2006/relationships/tags" Target="../tags/tag45.xml"/><Relationship Id="rId26" Type="http://schemas.openxmlformats.org/officeDocument/2006/relationships/image" Target="../media/image17.svg"/><Relationship Id="rId25" Type="http://schemas.openxmlformats.org/officeDocument/2006/relationships/image" Target="../media/image7.png"/><Relationship Id="rId24" Type="http://schemas.openxmlformats.org/officeDocument/2006/relationships/tags" Target="../tags/tag44.xml"/><Relationship Id="rId23" Type="http://schemas.openxmlformats.org/officeDocument/2006/relationships/image" Target="../media/image16.svg"/><Relationship Id="rId22" Type="http://schemas.openxmlformats.org/officeDocument/2006/relationships/image" Target="../media/image5.png"/><Relationship Id="rId21" Type="http://schemas.openxmlformats.org/officeDocument/2006/relationships/tags" Target="../tags/tag43.xml"/><Relationship Id="rId20" Type="http://schemas.openxmlformats.org/officeDocument/2006/relationships/image" Target="../media/image15.svg"/><Relationship Id="rId2" Type="http://schemas.openxmlformats.org/officeDocument/2006/relationships/tags" Target="../tags/tag26.xml"/><Relationship Id="rId19" Type="http://schemas.openxmlformats.org/officeDocument/2006/relationships/image" Target="../media/image3.png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tags" Target="../tags/tag16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13.xml"/><Relationship Id="rId17" Type="http://schemas.openxmlformats.org/officeDocument/2006/relationships/tags" Target="../tags/tag212.xml"/><Relationship Id="rId16" Type="http://schemas.openxmlformats.org/officeDocument/2006/relationships/tags" Target="../tags/tag211.xml"/><Relationship Id="rId15" Type="http://schemas.openxmlformats.org/officeDocument/2006/relationships/tags" Target="../tags/tag210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3975" y="1347782"/>
            <a:ext cx="9144000" cy="958655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anose="020B0A04020102020204" pitchFamily="34" charset="0"/>
                <a:cs typeface="Arial Black" panose="020B0A04020102020204" pitchFamily="34" charset="0"/>
              </a:rPr>
              <a:t>NeuroCode Software Quality Analyzer</a:t>
            </a:r>
            <a:endParaRPr lang="en-US" sz="2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46748" y="2990375"/>
          <a:ext cx="8765818" cy="2551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43"/>
                <a:gridCol w="3038276"/>
                <a:gridCol w="4869899"/>
              </a:tblGrid>
              <a:tr h="6640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Sr. #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Registration</a:t>
                      </a:r>
                      <a:endParaRPr lang="en-US" sz="2000" dirty="0"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Name in Full </a:t>
                      </a:r>
                      <a:endParaRPr lang="en-US" sz="20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L1f23BSSE0058</a:t>
                      </a:r>
                      <a:endParaRPr lang="en-US" sz="2000" b="0" dirty="0">
                        <a:effectLst/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 Regular" panose="020B0604020202090204" charset="0"/>
                          <a:cs typeface="Arial Regular" panose="020B0604020202090204" charset="0"/>
                        </a:rPr>
                        <a:t>MUHAMMAD HAMMAD MAHMOOD</a:t>
                      </a:r>
                      <a:endParaRPr lang="en-US" sz="2000" b="0">
                        <a:effectLst/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L1f23BSSE0073</a:t>
                      </a:r>
                      <a:endParaRPr lang="en-US" sz="2000" b="0" dirty="0">
                        <a:effectLst/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 Regular" panose="020B0604020202090204" charset="0"/>
                          <a:cs typeface="Arial Regular" panose="020B0604020202090204" charset="0"/>
                        </a:rPr>
                        <a:t>SYED ALIJAH MUHAMMAD</a:t>
                      </a:r>
                      <a:endParaRPr lang="en-US" sz="2000" b="0" dirty="0">
                        <a:effectLst/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L1f23BSSE0028</a:t>
                      </a:r>
                      <a:endParaRPr lang="en-US" sz="2000" b="0">
                        <a:effectLst/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Arial Regular" panose="020B0604020202090204" charset="0"/>
                          <a:cs typeface="Arial Regular" panose="020B0604020202090204" charset="0"/>
                        </a:rPr>
                        <a:t>IBRAHEEM SHAHAB HASHMI</a:t>
                      </a:r>
                      <a:endParaRPr lang="en-US" sz="2000" b="0" dirty="0">
                        <a:effectLst/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895">
                <a:tc>
                  <a:txBody>
                    <a:bodyPr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effectLst/>
                          <a:latin typeface="Arial Regular" panose="020B0604020202090204" charset="0"/>
                          <a:cs typeface="Arial Regular" panose="020B0604020202090204" charset="0"/>
                        </a:rPr>
                        <a:t>L1f23BSSE0361</a:t>
                      </a:r>
                      <a:endParaRPr lang="en-US" sz="2000" b="0">
                        <a:effectLst/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Arial Regular" panose="020B0604020202090204" charset="0"/>
                          <a:cs typeface="Arial Regular" panose="020B0604020202090204" charset="0"/>
                        </a:rPr>
                        <a:t>ALINA FAROOQ</a:t>
                      </a:r>
                      <a:endParaRPr lang="en-US" sz="2000" b="0" dirty="0">
                        <a:effectLst/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泪滴形 5"/>
          <p:cNvSpPr/>
          <p:nvPr>
            <p:custDataLst>
              <p:tags r:id="rId1"/>
            </p:custDataLst>
          </p:nvPr>
        </p:nvSpPr>
        <p:spPr>
          <a:xfrm rot="10800000" flipH="1">
            <a:off x="-2943225" y="1079500"/>
            <a:ext cx="845820" cy="74739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泪滴形 9"/>
          <p:cNvSpPr/>
          <p:nvPr>
            <p:custDataLst>
              <p:tags r:id="rId2"/>
            </p:custDataLst>
          </p:nvPr>
        </p:nvSpPr>
        <p:spPr>
          <a:xfrm rot="10800000">
            <a:off x="-2097405" y="1079500"/>
            <a:ext cx="845820" cy="74739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泪滴形 10"/>
          <p:cNvSpPr/>
          <p:nvPr>
            <p:custDataLst>
              <p:tags r:id="rId3"/>
            </p:custDataLst>
          </p:nvPr>
        </p:nvSpPr>
        <p:spPr>
          <a:xfrm rot="5400000" flipH="1">
            <a:off x="-2893695" y="1778000"/>
            <a:ext cx="747395" cy="84582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泪滴形 11"/>
          <p:cNvSpPr/>
          <p:nvPr>
            <p:custDataLst>
              <p:tags r:id="rId4"/>
            </p:custDataLst>
          </p:nvPr>
        </p:nvSpPr>
        <p:spPr>
          <a:xfrm rot="16200000">
            <a:off x="-2047875" y="1777365"/>
            <a:ext cx="747395" cy="845820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9" name="图片 26" descr="343435383038363b343532323338393bbacfd7f7bbfad6c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671445" y="1320165"/>
            <a:ext cx="302260" cy="26670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20" name="图片 27" descr="343435383038363b343532323339323bc6b7c5c6b9dcc0e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816100" y="1304925"/>
            <a:ext cx="283210" cy="25019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21" name="图片 28" descr="343435383036303b343532343134393bcdb7c4d4b7e7b1a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61285" y="2076450"/>
            <a:ext cx="282575" cy="249555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22" name="图片 31" descr="343435383036303b343532343136323bcfeec4bfc9fac3fcd6dcc6da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809750" y="2080895"/>
            <a:ext cx="270510" cy="239395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8535" y="613410"/>
            <a:ext cx="5155565" cy="997585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Team Introduction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7" name="矩形 4"/>
          <p:cNvSpPr/>
          <p:nvPr>
            <p:custDataLst>
              <p:tags r:id="rId1"/>
            </p:custDataLst>
          </p:nvPr>
        </p:nvSpPr>
        <p:spPr>
          <a:xfrm>
            <a:off x="1382395" y="2988945"/>
            <a:ext cx="2742565" cy="39878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Hammad Mahmood</a:t>
            </a:r>
            <a:endParaRPr lang="en-US" sz="20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cxnSp>
        <p:nvCxnSpPr>
          <p:cNvPr id="59" name="直接箭头连接符 3"/>
          <p:cNvCxnSpPr/>
          <p:nvPr>
            <p:custDataLst>
              <p:tags r:id="rId2"/>
            </p:custDataLst>
          </p:nvPr>
        </p:nvCxnSpPr>
        <p:spPr>
          <a:xfrm>
            <a:off x="1360170" y="3417253"/>
            <a:ext cx="2764790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8"/>
          <p:cNvSpPr/>
          <p:nvPr>
            <p:custDataLst>
              <p:tags r:id="rId3"/>
            </p:custDataLst>
          </p:nvPr>
        </p:nvSpPr>
        <p:spPr>
          <a:xfrm>
            <a:off x="1139825" y="4652963"/>
            <a:ext cx="2985024" cy="39878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accent2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Alina Farooq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cxnSp>
        <p:nvCxnSpPr>
          <p:cNvPr id="66" name="直接箭头连接符 14"/>
          <p:cNvCxnSpPr/>
          <p:nvPr>
            <p:custDataLst>
              <p:tags r:id="rId4"/>
            </p:custDataLst>
          </p:nvPr>
        </p:nvCxnSpPr>
        <p:spPr>
          <a:xfrm>
            <a:off x="2154555" y="5068888"/>
            <a:ext cx="197040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27"/>
          <p:cNvSpPr/>
          <p:nvPr>
            <p:custDataLst>
              <p:tags r:id="rId5"/>
            </p:custDataLst>
          </p:nvPr>
        </p:nvSpPr>
        <p:spPr>
          <a:xfrm>
            <a:off x="8072755" y="2987040"/>
            <a:ext cx="1970405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accent2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Syed Alijah </a:t>
            </a:r>
            <a:endParaRPr lang="en-US" sz="2000" dirty="0">
              <a:solidFill>
                <a:schemeClr val="accent2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cxnSp>
        <p:nvCxnSpPr>
          <p:cNvPr id="69" name="直接箭头连接符 17"/>
          <p:cNvCxnSpPr/>
          <p:nvPr>
            <p:custDataLst>
              <p:tags r:id="rId6"/>
            </p:custDataLst>
          </p:nvPr>
        </p:nvCxnSpPr>
        <p:spPr>
          <a:xfrm flipH="1">
            <a:off x="8072755" y="3402648"/>
            <a:ext cx="197040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29"/>
          <p:cNvSpPr/>
          <p:nvPr>
            <p:custDataLst>
              <p:tags r:id="rId7"/>
            </p:custDataLst>
          </p:nvPr>
        </p:nvSpPr>
        <p:spPr>
          <a:xfrm>
            <a:off x="8074025" y="4656138"/>
            <a:ext cx="2965681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Ibraheem Shahab</a:t>
            </a:r>
            <a:endParaRPr lang="en-US" sz="2000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cxnSp>
        <p:nvCxnSpPr>
          <p:cNvPr id="72" name="直接箭头连接符 20"/>
          <p:cNvCxnSpPr/>
          <p:nvPr>
            <p:custDataLst>
              <p:tags r:id="rId8"/>
            </p:custDataLst>
          </p:nvPr>
        </p:nvCxnSpPr>
        <p:spPr>
          <a:xfrm flipH="1">
            <a:off x="8074025" y="5072063"/>
            <a:ext cx="2546350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泪滴形 5"/>
          <p:cNvSpPr/>
          <p:nvPr>
            <p:custDataLst>
              <p:tags r:id="rId9"/>
            </p:custDataLst>
          </p:nvPr>
        </p:nvSpPr>
        <p:spPr>
          <a:xfrm rot="10800000" flipH="1">
            <a:off x="4424045" y="2468245"/>
            <a:ext cx="1682115" cy="16821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" name="泪滴形 9"/>
          <p:cNvSpPr/>
          <p:nvPr>
            <p:custDataLst>
              <p:tags r:id="rId10"/>
            </p:custDataLst>
          </p:nvPr>
        </p:nvSpPr>
        <p:spPr>
          <a:xfrm rot="10800000">
            <a:off x="6106160" y="2468245"/>
            <a:ext cx="1682115" cy="168211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泪滴形 10"/>
          <p:cNvSpPr/>
          <p:nvPr>
            <p:custDataLst>
              <p:tags r:id="rId11"/>
            </p:custDataLst>
          </p:nvPr>
        </p:nvSpPr>
        <p:spPr>
          <a:xfrm rot="5400000" flipH="1">
            <a:off x="4424045" y="4150995"/>
            <a:ext cx="1682115" cy="168211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泪滴形 11"/>
          <p:cNvSpPr/>
          <p:nvPr>
            <p:custDataLst>
              <p:tags r:id="rId12"/>
            </p:custDataLst>
          </p:nvPr>
        </p:nvSpPr>
        <p:spPr>
          <a:xfrm rot="16200000">
            <a:off x="6106160" y="4150360"/>
            <a:ext cx="1682115" cy="16821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4" name="图片 26" descr="343435383038363b343532323338393bbacfd7f7bbfad6c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64430" y="3009265"/>
            <a:ext cx="600710" cy="60071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5" name="图片 27" descr="343435383038363b343532323339323bc6b7c5c6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65595" y="2974975"/>
            <a:ext cx="562610" cy="56261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6" name="图片 28" descr="343435383036303b343532343134393bcdb7c4d4b7e7b1a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84115" y="4711700"/>
            <a:ext cx="561340" cy="56134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7" name="图片 31" descr="343435383036303b343532343136323bcfeec4bfc9fac3fcd6dcc6da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77660" y="4722495"/>
            <a:ext cx="538480" cy="53848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8535" y="613410"/>
            <a:ext cx="5155565" cy="997585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Project Team Introduction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7" name="矩形 4"/>
          <p:cNvSpPr/>
          <p:nvPr>
            <p:custDataLst>
              <p:tags r:id="rId1"/>
            </p:custDataLst>
          </p:nvPr>
        </p:nvSpPr>
        <p:spPr>
          <a:xfrm>
            <a:off x="1233805" y="2503170"/>
            <a:ext cx="2742565" cy="39878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Hammad Mahmood</a:t>
            </a:r>
            <a:endParaRPr lang="en-US" sz="20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58" name="矩形 7"/>
          <p:cNvSpPr/>
          <p:nvPr>
            <p:custDataLst>
              <p:tags r:id="rId2"/>
            </p:custDataLst>
          </p:nvPr>
        </p:nvSpPr>
        <p:spPr>
          <a:xfrm>
            <a:off x="991235" y="3000058"/>
            <a:ext cx="2985024" cy="865505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2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 AI Integration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,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VS Code Extension Development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   System Architecture Design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cxnSp>
        <p:nvCxnSpPr>
          <p:cNvPr id="59" name="直接箭头连接符 3"/>
          <p:cNvCxnSpPr/>
          <p:nvPr>
            <p:custDataLst>
              <p:tags r:id="rId3"/>
            </p:custDataLst>
          </p:nvPr>
        </p:nvCxnSpPr>
        <p:spPr>
          <a:xfrm>
            <a:off x="1200150" y="2931478"/>
            <a:ext cx="2776220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泪滴形 5"/>
          <p:cNvSpPr/>
          <p:nvPr>
            <p:custDataLst>
              <p:tags r:id="rId4"/>
            </p:custDataLst>
          </p:nvPr>
        </p:nvSpPr>
        <p:spPr>
          <a:xfrm flipH="1">
            <a:off x="4206875" y="2349183"/>
            <a:ext cx="1682115" cy="16821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" name="泪滴形 9"/>
          <p:cNvSpPr/>
          <p:nvPr>
            <p:custDataLst>
              <p:tags r:id="rId5"/>
            </p:custDataLst>
          </p:nvPr>
        </p:nvSpPr>
        <p:spPr>
          <a:xfrm>
            <a:off x="6283325" y="2349183"/>
            <a:ext cx="1682115" cy="168211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泪滴形 10"/>
          <p:cNvSpPr/>
          <p:nvPr>
            <p:custDataLst>
              <p:tags r:id="rId6"/>
            </p:custDataLst>
          </p:nvPr>
        </p:nvSpPr>
        <p:spPr>
          <a:xfrm rot="16200000" flipH="1">
            <a:off x="4206875" y="4316413"/>
            <a:ext cx="1682115" cy="168211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泪滴形 11"/>
          <p:cNvSpPr/>
          <p:nvPr>
            <p:custDataLst>
              <p:tags r:id="rId7"/>
            </p:custDataLst>
          </p:nvPr>
        </p:nvSpPr>
        <p:spPr>
          <a:xfrm rot="5400000">
            <a:off x="6283960" y="4316413"/>
            <a:ext cx="1682115" cy="16821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矩形 8"/>
          <p:cNvSpPr/>
          <p:nvPr>
            <p:custDataLst>
              <p:tags r:id="rId8"/>
            </p:custDataLst>
          </p:nvPr>
        </p:nvSpPr>
        <p:spPr>
          <a:xfrm>
            <a:off x="991235" y="4482783"/>
            <a:ext cx="2985024" cy="39878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accent2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Alina Farooq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sp>
        <p:nvSpPr>
          <p:cNvPr id="65" name="矩形 26"/>
          <p:cNvSpPr/>
          <p:nvPr>
            <p:custDataLst>
              <p:tags r:id="rId9"/>
            </p:custDataLst>
          </p:nvPr>
        </p:nvSpPr>
        <p:spPr>
          <a:xfrm>
            <a:off x="991235" y="4967288"/>
            <a:ext cx="2985024" cy="865505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2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Frontend Development,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React Webview, UI/UX,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Reporting Dashboard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cxnSp>
        <p:nvCxnSpPr>
          <p:cNvPr id="66" name="直接箭头连接符 14"/>
          <p:cNvCxnSpPr/>
          <p:nvPr>
            <p:custDataLst>
              <p:tags r:id="rId10"/>
            </p:custDataLst>
          </p:nvPr>
        </p:nvCxnSpPr>
        <p:spPr>
          <a:xfrm>
            <a:off x="2005965" y="4898708"/>
            <a:ext cx="197040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27"/>
          <p:cNvSpPr/>
          <p:nvPr>
            <p:custDataLst>
              <p:tags r:id="rId11"/>
            </p:custDataLst>
          </p:nvPr>
        </p:nvSpPr>
        <p:spPr>
          <a:xfrm>
            <a:off x="8235315" y="2515235"/>
            <a:ext cx="1970405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accent2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Syed Alijah </a:t>
            </a:r>
            <a:endParaRPr lang="en-US" sz="2000" dirty="0">
              <a:solidFill>
                <a:schemeClr val="accent2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68" name="矩形 28"/>
          <p:cNvSpPr/>
          <p:nvPr>
            <p:custDataLst>
              <p:tags r:id="rId12"/>
            </p:custDataLst>
          </p:nvPr>
        </p:nvSpPr>
        <p:spPr>
          <a:xfrm>
            <a:off x="8235315" y="2999423"/>
            <a:ext cx="2965685" cy="865505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2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Backend Development,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Node.js, REST APIs,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Automation Engine Integration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cxnSp>
        <p:nvCxnSpPr>
          <p:cNvPr id="69" name="直接箭头连接符 17"/>
          <p:cNvCxnSpPr/>
          <p:nvPr>
            <p:custDataLst>
              <p:tags r:id="rId13"/>
            </p:custDataLst>
          </p:nvPr>
        </p:nvCxnSpPr>
        <p:spPr>
          <a:xfrm flipH="1">
            <a:off x="8235315" y="2930843"/>
            <a:ext cx="197040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29"/>
          <p:cNvSpPr/>
          <p:nvPr>
            <p:custDataLst>
              <p:tags r:id="rId14"/>
            </p:custDataLst>
          </p:nvPr>
        </p:nvSpPr>
        <p:spPr>
          <a:xfrm>
            <a:off x="8235315" y="4482148"/>
            <a:ext cx="2965681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Ibraheem Shahab</a:t>
            </a:r>
            <a:endParaRPr lang="en-US" sz="2000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71" name="矩形 30"/>
          <p:cNvSpPr/>
          <p:nvPr>
            <p:custDataLst>
              <p:tags r:id="rId15"/>
            </p:custDataLst>
          </p:nvPr>
        </p:nvSpPr>
        <p:spPr>
          <a:xfrm>
            <a:off x="8235315" y="4966653"/>
            <a:ext cx="2965684" cy="86550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Test Automation, Playwright, QA Engineering, Database Design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cxnSp>
        <p:nvCxnSpPr>
          <p:cNvPr id="72" name="直接箭头连接符 20"/>
          <p:cNvCxnSpPr/>
          <p:nvPr>
            <p:custDataLst>
              <p:tags r:id="rId16"/>
            </p:custDataLst>
          </p:nvPr>
        </p:nvCxnSpPr>
        <p:spPr>
          <a:xfrm flipH="1">
            <a:off x="8235315" y="4898073"/>
            <a:ext cx="2528570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菱形 21"/>
          <p:cNvSpPr/>
          <p:nvPr>
            <p:custDataLst>
              <p:tags r:id="rId17"/>
            </p:custDataLst>
          </p:nvPr>
        </p:nvSpPr>
        <p:spPr>
          <a:xfrm>
            <a:off x="5817235" y="3943668"/>
            <a:ext cx="538480" cy="53848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4" name="图片 26" descr="343435383038363b343532323338393bbacfd7f7bbfad6c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47260" y="2890203"/>
            <a:ext cx="600710" cy="60071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5" name="图片 27" descr="343435383038363b343532323339323bc6b7c5c6b9dcc0ed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42760" y="2855913"/>
            <a:ext cx="562610" cy="56261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6" name="图片 28" descr="343435383036303b343532343134393bcdb7c4d4b7e7b1a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66945" y="4877118"/>
            <a:ext cx="561340" cy="56134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7" name="图片 31" descr="343435383036303b343532343136323bcfeec4bfc9fac3fcd6dcc6da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855460" y="4888548"/>
            <a:ext cx="538480" cy="53848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sp>
        <p:nvSpPr>
          <p:cNvPr id="3" name="Text Box 2"/>
          <p:cNvSpPr txBox="1"/>
          <p:nvPr/>
        </p:nvSpPr>
        <p:spPr>
          <a:xfrm>
            <a:off x="2190750" y="5160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6465" y="1831975"/>
            <a:ext cx="5259705" cy="643890"/>
          </a:xfrm>
        </p:spPr>
        <p:txBody>
          <a:bodyPr>
            <a:normAutofit/>
          </a:bodyPr>
          <a:lstStyle/>
          <a:p>
            <a:r>
              <a:rPr lang="en-US" sz="2700" b="1" dirty="0">
                <a:latin typeface="Arial Black" panose="020B0A04020102020204" pitchFamily="34" charset="0"/>
                <a:cs typeface="Arial Black" panose="020B0A04020102020204" pitchFamily="34" charset="0"/>
              </a:rPr>
              <a:t>Introduction of the Project</a:t>
            </a:r>
            <a:endParaRPr lang="en-US" sz="2700" b="1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rcRect t="-59" r="519"/>
          <a:stretch>
            <a:fillRect/>
          </a:stretch>
        </p:blipFill>
        <p:spPr>
          <a:xfrm>
            <a:off x="4476750" y="4216400"/>
            <a:ext cx="76200" cy="76200"/>
          </a:xfrm>
          <a:prstGeom prst="rect">
            <a:avLst/>
          </a:prstGeom>
        </p:spPr>
      </p:pic>
      <p:sp>
        <p:nvSpPr>
          <p:cNvPr id="83" name="圆角矩形 1"/>
          <p:cNvSpPr/>
          <p:nvPr>
            <p:custDataLst>
              <p:tags r:id="rId2"/>
            </p:custDataLst>
          </p:nvPr>
        </p:nvSpPr>
        <p:spPr>
          <a:xfrm>
            <a:off x="904240" y="3489960"/>
            <a:ext cx="2413635" cy="72644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矩形 2"/>
          <p:cNvSpPr/>
          <p:nvPr>
            <p:custDataLst>
              <p:tags r:id="rId3"/>
            </p:custDataLst>
          </p:nvPr>
        </p:nvSpPr>
        <p:spPr>
          <a:xfrm>
            <a:off x="1169582" y="3451109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Introduction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6" name="圆角矩形 1"/>
          <p:cNvSpPr/>
          <p:nvPr>
            <p:custDataLst>
              <p:tags r:id="rId4"/>
            </p:custDataLst>
          </p:nvPr>
        </p:nvSpPr>
        <p:spPr>
          <a:xfrm>
            <a:off x="3561080" y="3490595"/>
            <a:ext cx="2413635" cy="692785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矩形 4"/>
          <p:cNvSpPr/>
          <p:nvPr>
            <p:custDataLst>
              <p:tags r:id="rId5"/>
            </p:custDataLst>
          </p:nvPr>
        </p:nvSpPr>
        <p:spPr>
          <a:xfrm>
            <a:off x="3826637" y="3451109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Domain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" name="圆角矩形 1"/>
          <p:cNvSpPr/>
          <p:nvPr>
            <p:custDataLst>
              <p:tags r:id="rId6"/>
            </p:custDataLst>
          </p:nvPr>
        </p:nvSpPr>
        <p:spPr>
          <a:xfrm>
            <a:off x="6217920" y="3451860"/>
            <a:ext cx="2413635" cy="7651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矩形 6"/>
          <p:cNvSpPr/>
          <p:nvPr>
            <p:custDataLst>
              <p:tags r:id="rId7"/>
            </p:custDataLst>
          </p:nvPr>
        </p:nvSpPr>
        <p:spPr>
          <a:xfrm>
            <a:off x="6483691" y="3451109"/>
            <a:ext cx="1882068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needed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2" name="圆角矩形 1"/>
          <p:cNvSpPr/>
          <p:nvPr>
            <p:custDataLst>
              <p:tags r:id="rId8"/>
            </p:custDataLst>
          </p:nvPr>
        </p:nvSpPr>
        <p:spPr>
          <a:xfrm>
            <a:off x="8875395" y="3451860"/>
            <a:ext cx="2413635" cy="765810"/>
          </a:xfrm>
          <a:prstGeom prst="roundRect">
            <a:avLst>
              <a:gd name="adj" fmla="val 50000"/>
            </a:avLst>
          </a:prstGeom>
          <a:solidFill>
            <a:srgbClr val="F4B183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矩形 8"/>
          <p:cNvSpPr/>
          <p:nvPr>
            <p:custDataLst>
              <p:tags r:id="rId9"/>
            </p:custDataLst>
          </p:nvPr>
        </p:nvSpPr>
        <p:spPr>
          <a:xfrm>
            <a:off x="9140746" y="3451109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motivation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 Corners Rounded Rectangle 4"/>
          <p:cNvSpPr/>
          <p:nvPr/>
        </p:nvSpPr>
        <p:spPr>
          <a:xfrm>
            <a:off x="978535" y="1764030"/>
            <a:ext cx="2155190" cy="72263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6465" y="631190"/>
            <a:ext cx="5259705" cy="643890"/>
          </a:xfrm>
        </p:spPr>
        <p:txBody>
          <a:bodyPr>
            <a:normAutofit/>
          </a:bodyPr>
          <a:lstStyle/>
          <a:p>
            <a:r>
              <a:rPr lang="en-US" sz="2700" b="1" dirty="0">
                <a:latin typeface="Arial Black" panose="020B0A04020102020204" pitchFamily="34" charset="0"/>
                <a:cs typeface="Arial Black" panose="020B0A04020102020204" pitchFamily="34" charset="0"/>
              </a:rPr>
              <a:t>Introduction of the Project</a:t>
            </a:r>
            <a:endParaRPr lang="en-US" sz="2700" b="1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rcRect t="-59" r="519"/>
          <a:stretch>
            <a:fillRect/>
          </a:stretch>
        </p:blipFill>
        <p:spPr>
          <a:xfrm>
            <a:off x="4422140" y="2489835"/>
            <a:ext cx="76200" cy="76200"/>
          </a:xfrm>
          <a:prstGeom prst="rect">
            <a:avLst/>
          </a:prstGeom>
        </p:spPr>
      </p:pic>
      <p:sp>
        <p:nvSpPr>
          <p:cNvPr id="85" name="矩形 2"/>
          <p:cNvSpPr/>
          <p:nvPr>
            <p:custDataLst>
              <p:tags r:id="rId2"/>
            </p:custDataLst>
          </p:nvPr>
        </p:nvSpPr>
        <p:spPr>
          <a:xfrm>
            <a:off x="1114972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Introduction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8" name="矩形 4"/>
          <p:cNvSpPr/>
          <p:nvPr>
            <p:custDataLst>
              <p:tags r:id="rId3"/>
            </p:custDataLst>
          </p:nvPr>
        </p:nvSpPr>
        <p:spPr>
          <a:xfrm>
            <a:off x="3772535" y="1724660"/>
            <a:ext cx="1881505" cy="64325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Domain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" name="矩形 6"/>
          <p:cNvSpPr/>
          <p:nvPr>
            <p:custDataLst>
              <p:tags r:id="rId4"/>
            </p:custDataLst>
          </p:nvPr>
        </p:nvSpPr>
        <p:spPr>
          <a:xfrm>
            <a:off x="6429081" y="1724544"/>
            <a:ext cx="1882068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needed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" name="矩形 8"/>
          <p:cNvSpPr/>
          <p:nvPr>
            <p:custDataLst>
              <p:tags r:id="rId5"/>
            </p:custDataLst>
          </p:nvPr>
        </p:nvSpPr>
        <p:spPr>
          <a:xfrm>
            <a:off x="9086136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motivation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2540" y="2486660"/>
            <a:ext cx="12187555" cy="43541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7210" y="3060065"/>
            <a:ext cx="11287760" cy="3507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05865" y="3278505"/>
            <a:ext cx="9813925" cy="3522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AI-powered Software Quality Analyzer for Visual Studio Code.</a:t>
            </a:r>
            <a:endParaRPr lang="en-US" altLang="en-US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Helps developers generate and execute test cases automatically.</a:t>
            </a:r>
            <a:endParaRPr lang="en-US" altLang="en-US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Works directly inside the IDE.</a:t>
            </a:r>
            <a:endParaRPr lang="en-US" altLang="en-US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Supports multiple project types:</a:t>
            </a:r>
            <a:endParaRPr lang="en-US" altLang="en-US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en-US" altLang="en-US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  </a:t>
            </a:r>
            <a:r>
              <a:rPr lang="en-US" altLang="en-US">
                <a:latin typeface="+mj-ea"/>
                <a:cs typeface="+mj-ea"/>
                <a:sym typeface="+mn-ea"/>
              </a:rPr>
              <a:t>* </a:t>
            </a:r>
            <a:r>
              <a:rPr lang="en-US" altLang="en-US">
                <a:latin typeface="+mj-lt"/>
                <a:cs typeface="+mj-lt"/>
                <a:sym typeface="+mn-ea"/>
              </a:rPr>
              <a:t>Web Applications</a:t>
            </a:r>
            <a:endParaRPr lang="en-US" altLang="en-US"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>
                <a:latin typeface="+mj-lt"/>
                <a:cs typeface="+mj-lt"/>
                <a:sym typeface="+mn-ea"/>
              </a:rPr>
              <a:t>    * REST APIs</a:t>
            </a:r>
            <a:endParaRPr lang="en-US" altLang="en-US"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>
                <a:latin typeface="+mj-lt"/>
                <a:cs typeface="+mj-lt"/>
                <a:sym typeface="+mn-ea"/>
              </a:rPr>
              <a:t>    * Electron Applications</a:t>
            </a:r>
            <a:endParaRPr lang="en-US" altLang="en-US"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>
                <a:latin typeface="+mj-lt"/>
                <a:cs typeface="+mj-lt"/>
                <a:sym typeface="+mn-ea"/>
              </a:rPr>
              <a:t>    * CLI Tools</a:t>
            </a:r>
            <a:endParaRPr lang="en-US" altLang="en-US">
              <a:latin typeface="+mj-lt"/>
              <a:cs typeface="+mj-lt"/>
            </a:endParaRPr>
          </a:p>
          <a:p>
            <a:endParaRPr lang="en-US">
              <a:latin typeface="+mj-lt"/>
              <a:cs typeface="+mj-lt"/>
            </a:endParaRPr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 Corners Rounded Rectangle 4"/>
          <p:cNvSpPr/>
          <p:nvPr/>
        </p:nvSpPr>
        <p:spPr>
          <a:xfrm>
            <a:off x="4031615" y="1764030"/>
            <a:ext cx="2155190" cy="722630"/>
          </a:xfrm>
          <a:prstGeom prst="round2Same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6465" y="631190"/>
            <a:ext cx="5259705" cy="643890"/>
          </a:xfrm>
        </p:spPr>
        <p:txBody>
          <a:bodyPr>
            <a:normAutofit/>
          </a:bodyPr>
          <a:lstStyle/>
          <a:p>
            <a:r>
              <a:rPr lang="en-US" sz="2700" b="1" dirty="0">
                <a:latin typeface="Arial Black" panose="020B0A04020102020204" pitchFamily="34" charset="0"/>
                <a:cs typeface="Arial Black" panose="020B0A04020102020204" pitchFamily="34" charset="0"/>
              </a:rPr>
              <a:t>Introduction of the Project</a:t>
            </a:r>
            <a:endParaRPr lang="en-US" sz="2700" b="1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rcRect t="-59" r="519"/>
          <a:stretch>
            <a:fillRect/>
          </a:stretch>
        </p:blipFill>
        <p:spPr>
          <a:xfrm>
            <a:off x="4422140" y="2489835"/>
            <a:ext cx="76200" cy="76200"/>
          </a:xfrm>
          <a:prstGeom prst="rect">
            <a:avLst/>
          </a:prstGeom>
        </p:spPr>
      </p:pic>
      <p:sp>
        <p:nvSpPr>
          <p:cNvPr id="85" name="矩形 2"/>
          <p:cNvSpPr/>
          <p:nvPr>
            <p:custDataLst>
              <p:tags r:id="rId2"/>
            </p:custDataLst>
          </p:nvPr>
        </p:nvSpPr>
        <p:spPr>
          <a:xfrm>
            <a:off x="1114972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Introduction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8" name="矩形 4"/>
          <p:cNvSpPr/>
          <p:nvPr>
            <p:custDataLst>
              <p:tags r:id="rId3"/>
            </p:custDataLst>
          </p:nvPr>
        </p:nvSpPr>
        <p:spPr>
          <a:xfrm>
            <a:off x="4498975" y="1765935"/>
            <a:ext cx="1308735" cy="57594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Domain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" name="矩形 6"/>
          <p:cNvSpPr/>
          <p:nvPr>
            <p:custDataLst>
              <p:tags r:id="rId4"/>
            </p:custDataLst>
          </p:nvPr>
        </p:nvSpPr>
        <p:spPr>
          <a:xfrm>
            <a:off x="6429081" y="1724544"/>
            <a:ext cx="1882068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needed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" name="矩形 8"/>
          <p:cNvSpPr/>
          <p:nvPr>
            <p:custDataLst>
              <p:tags r:id="rId5"/>
            </p:custDataLst>
          </p:nvPr>
        </p:nvSpPr>
        <p:spPr>
          <a:xfrm>
            <a:off x="9471581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motivation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2540" y="2486660"/>
            <a:ext cx="12187555" cy="43541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7210" y="3060065"/>
            <a:ext cx="11287760" cy="3507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87780" y="4064000"/>
            <a:ext cx="10147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42950" lvl="1" indent="-285750" algn="just" fontAlgn="base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Software Quality Assurance (QA) 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marL="742950" lvl="1" indent="-285750" algn="just" fontAlgn="base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Automated test generation using Large Language Models (LLMs).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 Corners Rounded Rectangle 4"/>
          <p:cNvSpPr/>
          <p:nvPr/>
        </p:nvSpPr>
        <p:spPr>
          <a:xfrm>
            <a:off x="6692900" y="1806575"/>
            <a:ext cx="2155190" cy="722630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6465" y="631190"/>
            <a:ext cx="5259705" cy="643890"/>
          </a:xfrm>
        </p:spPr>
        <p:txBody>
          <a:bodyPr>
            <a:normAutofit/>
          </a:bodyPr>
          <a:lstStyle/>
          <a:p>
            <a:r>
              <a:rPr lang="en-US" sz="2700" b="1" dirty="0">
                <a:latin typeface="Arial Black" panose="020B0A04020102020204" pitchFamily="34" charset="0"/>
                <a:cs typeface="Arial Black" panose="020B0A04020102020204" pitchFamily="34" charset="0"/>
              </a:rPr>
              <a:t>Introduction of the Project</a:t>
            </a:r>
            <a:endParaRPr lang="en-US" sz="2700" b="1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rcRect t="-59" r="519"/>
          <a:stretch>
            <a:fillRect/>
          </a:stretch>
        </p:blipFill>
        <p:spPr>
          <a:xfrm>
            <a:off x="4422140" y="2489835"/>
            <a:ext cx="76200" cy="76200"/>
          </a:xfrm>
          <a:prstGeom prst="rect">
            <a:avLst/>
          </a:prstGeom>
        </p:spPr>
      </p:pic>
      <p:sp>
        <p:nvSpPr>
          <p:cNvPr id="85" name="矩形 2"/>
          <p:cNvSpPr/>
          <p:nvPr>
            <p:custDataLst>
              <p:tags r:id="rId2"/>
            </p:custDataLst>
          </p:nvPr>
        </p:nvSpPr>
        <p:spPr>
          <a:xfrm>
            <a:off x="1114972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Introduction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8" name="矩形 4"/>
          <p:cNvSpPr/>
          <p:nvPr>
            <p:custDataLst>
              <p:tags r:id="rId3"/>
            </p:custDataLst>
          </p:nvPr>
        </p:nvSpPr>
        <p:spPr>
          <a:xfrm>
            <a:off x="4498975" y="1765935"/>
            <a:ext cx="1308735" cy="57594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Domain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" name="矩形 6"/>
          <p:cNvSpPr/>
          <p:nvPr>
            <p:custDataLst>
              <p:tags r:id="rId4"/>
            </p:custDataLst>
          </p:nvPr>
        </p:nvSpPr>
        <p:spPr>
          <a:xfrm>
            <a:off x="7112000" y="1724660"/>
            <a:ext cx="1294130" cy="726440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needed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" name="矩形 8"/>
          <p:cNvSpPr/>
          <p:nvPr>
            <p:custDataLst>
              <p:tags r:id="rId5"/>
            </p:custDataLst>
          </p:nvPr>
        </p:nvSpPr>
        <p:spPr>
          <a:xfrm>
            <a:off x="9471581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motivation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2540" y="2486660"/>
            <a:ext cx="12187555" cy="4354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7210" y="3060065"/>
            <a:ext cx="11287760" cy="3507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74445" y="3892550"/>
            <a:ext cx="981392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Emerging trend of vibe coding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L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ack of time and expertise to write comprehensive test cases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 Corners Rounded Rectangle 4"/>
          <p:cNvSpPr/>
          <p:nvPr/>
        </p:nvSpPr>
        <p:spPr>
          <a:xfrm>
            <a:off x="9326880" y="1764030"/>
            <a:ext cx="2155190" cy="722630"/>
          </a:xfrm>
          <a:prstGeom prst="round2Same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6465" y="631190"/>
            <a:ext cx="5259705" cy="643890"/>
          </a:xfrm>
        </p:spPr>
        <p:txBody>
          <a:bodyPr>
            <a:normAutofit/>
          </a:bodyPr>
          <a:lstStyle/>
          <a:p>
            <a:r>
              <a:rPr lang="en-US" sz="2700" b="1" dirty="0">
                <a:latin typeface="Arial Black" panose="020B0A04020102020204" pitchFamily="34" charset="0"/>
                <a:cs typeface="Arial Black" panose="020B0A04020102020204" pitchFamily="34" charset="0"/>
              </a:rPr>
              <a:t>Introduction of the Project</a:t>
            </a:r>
            <a:endParaRPr lang="en-US" sz="2700" b="1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rcRect t="-59" r="519"/>
          <a:stretch>
            <a:fillRect/>
          </a:stretch>
        </p:blipFill>
        <p:spPr>
          <a:xfrm>
            <a:off x="4422140" y="2489835"/>
            <a:ext cx="76200" cy="76200"/>
          </a:xfrm>
          <a:prstGeom prst="rect">
            <a:avLst/>
          </a:prstGeom>
        </p:spPr>
      </p:pic>
      <p:sp>
        <p:nvSpPr>
          <p:cNvPr id="85" name="矩形 2"/>
          <p:cNvSpPr/>
          <p:nvPr>
            <p:custDataLst>
              <p:tags r:id="rId2"/>
            </p:custDataLst>
          </p:nvPr>
        </p:nvSpPr>
        <p:spPr>
          <a:xfrm>
            <a:off x="1114972" y="1724544"/>
            <a:ext cx="1882069" cy="726704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Introduction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8" name="矩形 4"/>
          <p:cNvSpPr/>
          <p:nvPr>
            <p:custDataLst>
              <p:tags r:id="rId3"/>
            </p:custDataLst>
          </p:nvPr>
        </p:nvSpPr>
        <p:spPr>
          <a:xfrm>
            <a:off x="4498975" y="1765935"/>
            <a:ext cx="1308735" cy="57594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Domain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" name="矩形 6"/>
          <p:cNvSpPr/>
          <p:nvPr>
            <p:custDataLst>
              <p:tags r:id="rId4"/>
            </p:custDataLst>
          </p:nvPr>
        </p:nvSpPr>
        <p:spPr>
          <a:xfrm>
            <a:off x="7112000" y="1724660"/>
            <a:ext cx="1294130" cy="726440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needed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" name="矩形 8"/>
          <p:cNvSpPr/>
          <p:nvPr>
            <p:custDataLst>
              <p:tags r:id="rId5"/>
            </p:custDataLst>
          </p:nvPr>
        </p:nvSpPr>
        <p:spPr>
          <a:xfrm>
            <a:off x="9550400" y="1724660"/>
            <a:ext cx="1802765" cy="726440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motivation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2540" y="2486660"/>
            <a:ext cx="12187555" cy="43541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7210" y="3060065"/>
            <a:ext cx="11287760" cy="3507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274445" y="3892550"/>
            <a:ext cx="9813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1" indent="0" algn="just" fontAlgn="base">
              <a:lnSpc>
                <a:spcPct val="150000"/>
              </a:lnSpc>
              <a:buNone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Most developers only test happy-path scenarios and skip edge cases, boundary conditions, and regression checks due to time constraints and the complexity of writing test scripts manually.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6"/>
          <a:srcRect l="7764" t="17189" r="7453" b="20511"/>
          <a:stretch>
            <a:fillRect/>
          </a:stretch>
        </p:blipFill>
        <p:spPr>
          <a:xfrm>
            <a:off x="-1967230" y="1023620"/>
            <a:ext cx="1080135" cy="79375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7"/>
          <a:srcRect l="9488" t="18253" r="17530" b="7410"/>
          <a:stretch>
            <a:fillRect/>
          </a:stretch>
        </p:blipFill>
        <p:spPr>
          <a:xfrm>
            <a:off x="-1918970" y="3783330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8"/>
          <a:srcRect l="25837" t="11881" r="23857" b="15872"/>
          <a:stretch>
            <a:fillRect/>
          </a:stretch>
        </p:blipFill>
        <p:spPr>
          <a:xfrm>
            <a:off x="-3457575" y="1272540"/>
            <a:ext cx="1538605" cy="1326515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9"/>
          <a:srcRect l="8870" t="9940" r="16004" b="8614"/>
          <a:stretch>
            <a:fillRect/>
          </a:stretch>
        </p:blipFill>
        <p:spPr>
          <a:xfrm>
            <a:off x="-3749675" y="2589530"/>
            <a:ext cx="1256030" cy="1089660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10"/>
          <a:srcRect l="32286" t="10194" r="16173" b="8786"/>
          <a:stretch>
            <a:fillRect/>
          </a:stretch>
        </p:blipFill>
        <p:spPr>
          <a:xfrm>
            <a:off x="-1715770" y="1917065"/>
            <a:ext cx="1262380" cy="138430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11"/>
          <a:srcRect l="2651" t="6806" r="1607" b="7315"/>
          <a:stretch>
            <a:fillRect/>
          </a:stretch>
        </p:blipFill>
        <p:spPr>
          <a:xfrm>
            <a:off x="-3900170" y="3455670"/>
            <a:ext cx="2608580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085455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10678160" y="2438400"/>
            <a:ext cx="1080135" cy="79375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10726420" y="5198110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9187815" y="2687320"/>
            <a:ext cx="1538605" cy="1326515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8895715" y="4004310"/>
            <a:ext cx="1256030" cy="1089660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10929620" y="3331845"/>
            <a:ext cx="1262380" cy="138430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8745220" y="4870450"/>
            <a:ext cx="2608580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085455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2" algn="just" fontAlgn="base">
              <a:lnSpc>
                <a:spcPct val="150000"/>
              </a:lnSpc>
            </a:pPr>
            <a:r>
              <a:rPr lang="en-US" sz="1665" dirty="0">
                <a:sym typeface="+mn-ea"/>
              </a:rPr>
              <a:t>Developers especially students, freelancers, and small teams lack time and expertise to write comprehensive test suites, resulting in poor software quality and undetected bugs</a:t>
            </a:r>
            <a:endParaRPr lang="en-US" sz="1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11353800" y="4819650"/>
            <a:ext cx="913765" cy="671195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8349615" y="2742565"/>
            <a:ext cx="2853690" cy="290830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10725150" y="2742565"/>
            <a:ext cx="911225" cy="785495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9155430" y="5594350"/>
            <a:ext cx="914400" cy="793750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11203305" y="3631565"/>
            <a:ext cx="988695" cy="108458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9898380" y="5594350"/>
            <a:ext cx="145542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661400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lvl="2" algn="just" fontAlgn="base">
              <a:lnSpc>
                <a:spcPct val="150000"/>
              </a:lnSpc>
            </a:pPr>
            <a:r>
              <a:rPr lang="en-US" sz="1665" dirty="0">
                <a:latin typeface="Arial Regular" panose="020B0604020202090204" charset="0"/>
                <a:cs typeface="Arial Regular" panose="020B0604020202090204" charset="0"/>
                <a:sym typeface="+mn-ea"/>
              </a:rPr>
              <a:t>Exisiting test runners</a:t>
            </a:r>
            <a:r>
              <a:rPr lang="en-US" sz="1665" dirty="0">
                <a:sym typeface="+mn-ea"/>
              </a:rPr>
              <a:t> (Playwright, Cypress, Jest) only execute tests; they require manual script authoring and have no AI generation capability.</a:t>
            </a:r>
            <a:endParaRPr lang="en-US" sz="1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8311515" y="2035175"/>
            <a:ext cx="4330700" cy="318262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10726420" y="5198110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7830185" y="5699760"/>
            <a:ext cx="1080135" cy="931545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11111865" y="4108450"/>
            <a:ext cx="1256030" cy="1089660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9187180" y="5473700"/>
            <a:ext cx="1262380" cy="138430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10449560" y="1092835"/>
            <a:ext cx="1735455" cy="1090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085455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2" algn="just" fontAlgn="base">
              <a:lnSpc>
                <a:spcPct val="150000"/>
              </a:lnSpc>
            </a:pPr>
            <a:r>
              <a:rPr lang="en-US" sz="1665" dirty="0">
                <a:sym typeface="+mn-ea"/>
              </a:rPr>
              <a:t>Static analysis tools (SonarQube, ESLint) identify code smells but do not execute or functionally test the application.</a:t>
            </a:r>
            <a:endParaRPr lang="en-US" sz="1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11241405" y="5715000"/>
            <a:ext cx="1080135" cy="79375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9304020" y="1623060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8463915" y="2261235"/>
            <a:ext cx="4005580" cy="3453765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8463915" y="5715000"/>
            <a:ext cx="1256030" cy="1089660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10495915" y="1024255"/>
            <a:ext cx="1262380" cy="138430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9580245" y="5394960"/>
            <a:ext cx="1773555" cy="1113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085455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914400" lvl="3" algn="just" fontAlgn="base">
              <a:lnSpc>
                <a:spcPct val="150000"/>
              </a:lnSpc>
            </a:pPr>
            <a:r>
              <a:rPr lang="en-US" sz="1600" dirty="0">
                <a:sym typeface="+mn-ea"/>
              </a:rPr>
              <a:t>AI code assistants (GitHub Copilot) can suggest code snippets but do not produce a complete end-to-end QA workflow or test execution pipeline.</a:t>
            </a:r>
            <a:endParaRPr lang="en-US" sz="1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10720705" y="1641475"/>
            <a:ext cx="1080135" cy="79375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10836275" y="2435225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11353800" y="5772150"/>
            <a:ext cx="677545" cy="584200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9580245" y="2240915"/>
            <a:ext cx="1256030" cy="1089660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8378825" y="3330575"/>
            <a:ext cx="3206750" cy="351663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6979920" y="5563235"/>
            <a:ext cx="1844040" cy="1158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085455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914400" lvl="3" algn="just" fontAlgn="base">
              <a:lnSpc>
                <a:spcPct val="150000"/>
              </a:lnSpc>
              <a:buClrTx/>
              <a:buSzTx/>
            </a:pPr>
            <a:r>
              <a:rPr lang="en-US" sz="1670" dirty="0"/>
              <a:t>Enterprise QA tools are costly (SonarQube Enterprise: $21,000+/year) and primarily focus on code analysis rather than complete application testing.</a:t>
            </a:r>
            <a:endParaRPr lang="en-US" sz="1600" dirty="0"/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8107680" y="5832475"/>
            <a:ext cx="1080135" cy="79375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10726420" y="5198110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9336405" y="5554980"/>
            <a:ext cx="1242060" cy="1071245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8107680" y="2090420"/>
            <a:ext cx="4107180" cy="3562985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10946130" y="4126230"/>
            <a:ext cx="977265" cy="107188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10678160" y="1388745"/>
            <a:ext cx="1512570" cy="949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390" y="844550"/>
            <a:ext cx="6967855" cy="6578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Problem Statement &amp; Gap Analysis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25780" y="2035175"/>
            <a:ext cx="8085455" cy="4686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Problem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1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: Manual Script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2 : Execute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3 : QA Workflow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Gap 4 : Expensive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Opportunity</a:t>
            </a:r>
            <a:endParaRPr lang="en-US" altLang="en-US" sz="2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marL="1371600" lvl="4" algn="just" fontAlgn="base">
              <a:lnSpc>
                <a:spcPct val="150000"/>
              </a:lnSpc>
            </a:pPr>
            <a:r>
              <a:rPr lang="en-US" sz="1600" dirty="0">
                <a:sym typeface="+mn-ea"/>
              </a:rPr>
              <a:t>A single IDE-native tool that combines AI test generation, automated execution, and reporting at zero cost for developers.</a:t>
            </a:r>
            <a:endParaRPr lang="en-US" sz="16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lvl="1" algn="just" fontAlgn="base">
              <a:lnSpc>
                <a:spcPct val="150000"/>
              </a:lnSpc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7" name="Picture 16" descr="1"/>
          <p:cNvPicPr>
            <a:picLocks noChangeAspect="1"/>
          </p:cNvPicPr>
          <p:nvPr/>
        </p:nvPicPr>
        <p:blipFill>
          <a:blip r:embed="rId1"/>
          <a:srcRect l="7764" t="17189" r="7453" b="20511"/>
          <a:stretch>
            <a:fillRect/>
          </a:stretch>
        </p:blipFill>
        <p:spPr>
          <a:xfrm>
            <a:off x="9295765" y="5845810"/>
            <a:ext cx="1080135" cy="793750"/>
          </a:xfrm>
          <a:prstGeom prst="rect">
            <a:avLst/>
          </a:prstGeom>
        </p:spPr>
      </p:pic>
      <p:pic>
        <p:nvPicPr>
          <p:cNvPr id="18" name="Picture 17" descr="2"/>
          <p:cNvPicPr>
            <a:picLocks noChangeAspect="1"/>
          </p:cNvPicPr>
          <p:nvPr/>
        </p:nvPicPr>
        <p:blipFill>
          <a:blip r:embed="rId2"/>
          <a:srcRect l="9488" t="18253" r="17530" b="7410"/>
          <a:stretch>
            <a:fillRect/>
          </a:stretch>
        </p:blipFill>
        <p:spPr>
          <a:xfrm>
            <a:off x="10726420" y="5198110"/>
            <a:ext cx="1136650" cy="1158240"/>
          </a:xfrm>
          <a:prstGeom prst="rect">
            <a:avLst/>
          </a:prstGeom>
        </p:spPr>
      </p:pic>
      <p:pic>
        <p:nvPicPr>
          <p:cNvPr id="19" name="Picture 18" descr="3"/>
          <p:cNvPicPr>
            <a:picLocks noChangeAspect="1"/>
          </p:cNvPicPr>
          <p:nvPr/>
        </p:nvPicPr>
        <p:blipFill>
          <a:blip r:embed="rId3"/>
          <a:srcRect l="25837" t="11881" r="23857" b="15872"/>
          <a:stretch>
            <a:fillRect/>
          </a:stretch>
        </p:blipFill>
        <p:spPr>
          <a:xfrm>
            <a:off x="10929620" y="1303655"/>
            <a:ext cx="1164590" cy="1004570"/>
          </a:xfrm>
          <a:prstGeom prst="rect">
            <a:avLst/>
          </a:prstGeom>
        </p:spPr>
      </p:pic>
      <p:pic>
        <p:nvPicPr>
          <p:cNvPr id="20" name="Picture 19" descr="5"/>
          <p:cNvPicPr>
            <a:picLocks noChangeAspect="1"/>
          </p:cNvPicPr>
          <p:nvPr/>
        </p:nvPicPr>
        <p:blipFill>
          <a:blip r:embed="rId4"/>
          <a:srcRect l="8870" t="9940" r="16004" b="8614"/>
          <a:stretch>
            <a:fillRect/>
          </a:stretch>
        </p:blipFill>
        <p:spPr>
          <a:xfrm>
            <a:off x="10900410" y="2477770"/>
            <a:ext cx="788035" cy="683895"/>
          </a:xfrm>
          <a:prstGeom prst="rect">
            <a:avLst/>
          </a:prstGeom>
        </p:spPr>
      </p:pic>
      <p:pic>
        <p:nvPicPr>
          <p:cNvPr id="21" name="Picture 20" descr="4"/>
          <p:cNvPicPr>
            <a:picLocks noChangeAspect="1"/>
          </p:cNvPicPr>
          <p:nvPr/>
        </p:nvPicPr>
        <p:blipFill>
          <a:blip r:embed="rId5"/>
          <a:srcRect l="32286" t="10194" r="16173" b="8786"/>
          <a:stretch>
            <a:fillRect/>
          </a:stretch>
        </p:blipFill>
        <p:spPr>
          <a:xfrm>
            <a:off x="10929620" y="3331845"/>
            <a:ext cx="1262380" cy="1384300"/>
          </a:xfrm>
          <a:prstGeom prst="rect">
            <a:avLst/>
          </a:prstGeom>
        </p:spPr>
      </p:pic>
      <p:pic>
        <p:nvPicPr>
          <p:cNvPr id="23" name="Picture 22" descr="6"/>
          <p:cNvPicPr>
            <a:picLocks noChangeAspect="1"/>
          </p:cNvPicPr>
          <p:nvPr/>
        </p:nvPicPr>
        <p:blipFill>
          <a:blip r:embed="rId6"/>
          <a:srcRect l="2651" t="6806" r="1607" b="7315"/>
          <a:stretch>
            <a:fillRect/>
          </a:stretch>
        </p:blipFill>
        <p:spPr>
          <a:xfrm>
            <a:off x="6154420" y="1932305"/>
            <a:ext cx="5199380" cy="3265805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-8796020" y="2810510"/>
            <a:ext cx="1068070" cy="981710"/>
            <a:chOff x="1867" y="5500"/>
            <a:chExt cx="1682" cy="1546"/>
          </a:xfrm>
        </p:grpSpPr>
        <p:sp>
          <p:nvSpPr>
            <p:cNvPr id="24" name="Oval 23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1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-6607810" y="2811780"/>
            <a:ext cx="1068070" cy="982345"/>
            <a:chOff x="1867" y="5500"/>
            <a:chExt cx="1682" cy="1547"/>
          </a:xfrm>
          <a:solidFill>
            <a:schemeClr val="accent1"/>
          </a:solidFill>
        </p:grpSpPr>
        <p:sp>
          <p:nvSpPr>
            <p:cNvPr id="27" name="Oval 26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2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-4419600" y="2802890"/>
            <a:ext cx="1068070" cy="982345"/>
            <a:chOff x="1867" y="5500"/>
            <a:chExt cx="1682" cy="1547"/>
          </a:xfrm>
          <a:solidFill>
            <a:schemeClr val="accent4"/>
          </a:solidFill>
        </p:grpSpPr>
        <p:sp>
          <p:nvSpPr>
            <p:cNvPr id="30" name="Oval 29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3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-2231390" y="2802890"/>
            <a:ext cx="1068070" cy="982345"/>
            <a:chOff x="1867" y="5500"/>
            <a:chExt cx="1682" cy="154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3" name="Oval 32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4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4160" y="1005840"/>
            <a:ext cx="4043680" cy="64135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Proposed Solution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0715"/>
            <a:ext cx="9656445" cy="1311910"/>
          </a:xfrm>
        </p:spPr>
        <p:txBody>
          <a:bodyPr>
            <a:normAutofit lnSpcReduction="20000"/>
          </a:bodyPr>
          <a:lstStyle/>
          <a:p>
            <a:pPr marL="457200" lvl="1" indent="0" algn="just" fontAlgn="base">
              <a:lnSpc>
                <a:spcPct val="150000"/>
              </a:lnSpc>
              <a:buNone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NeuroCode is a VS Code extension with an AI-powered 4-phase pipeline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457200" lvl="1" indent="0" algn="just" fontAlgn="base">
              <a:lnSpc>
                <a:spcPct val="150000"/>
              </a:lnSpc>
              <a:buNone/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259965" y="3493770"/>
            <a:ext cx="1068070" cy="981710"/>
            <a:chOff x="1867" y="5500"/>
            <a:chExt cx="1682" cy="1546"/>
          </a:xfrm>
        </p:grpSpPr>
        <p:sp>
          <p:nvSpPr>
            <p:cNvPr id="8" name="Oval 7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1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48175" y="3495040"/>
            <a:ext cx="1068070" cy="982345"/>
            <a:chOff x="1867" y="5500"/>
            <a:chExt cx="1682" cy="1547"/>
          </a:xfrm>
          <a:solidFill>
            <a:schemeClr val="accent1"/>
          </a:solidFill>
        </p:grpSpPr>
        <p:sp>
          <p:nvSpPr>
            <p:cNvPr id="12" name="Oval 11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2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36385" y="3486150"/>
            <a:ext cx="1068070" cy="982345"/>
            <a:chOff x="1867" y="5500"/>
            <a:chExt cx="1682" cy="1547"/>
          </a:xfrm>
          <a:solidFill>
            <a:schemeClr val="accent4"/>
          </a:solidFill>
        </p:grpSpPr>
        <p:sp>
          <p:nvSpPr>
            <p:cNvPr id="15" name="Oval 14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3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824595" y="3486150"/>
            <a:ext cx="1068070" cy="982345"/>
            <a:chOff x="1867" y="5500"/>
            <a:chExt cx="1682" cy="154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8" name="Oval 17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4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sp>
        <p:nvSpPr>
          <p:cNvPr id="20" name="Text Box 19"/>
          <p:cNvSpPr txBox="1"/>
          <p:nvPr/>
        </p:nvSpPr>
        <p:spPr>
          <a:xfrm>
            <a:off x="2381885" y="4716780"/>
            <a:ext cx="946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Scan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074160" y="4706620"/>
            <a:ext cx="1924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AI Generate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636385" y="4705350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Execute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824595" y="4704080"/>
            <a:ext cx="1199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Report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8555" y="1005840"/>
            <a:ext cx="3662045" cy="64135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Proposed Solution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8" name="Chord 7"/>
          <p:cNvSpPr/>
          <p:nvPr/>
        </p:nvSpPr>
        <p:spPr>
          <a:xfrm rot="12120000">
            <a:off x="-2395855" y="-338455"/>
            <a:ext cx="7372350" cy="7480935"/>
          </a:xfrm>
          <a:prstGeom prst="chor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262255" y="3178810"/>
            <a:ext cx="2543175" cy="982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1. Scan</a:t>
            </a:r>
            <a:endParaRPr 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6" name="Chord 5"/>
          <p:cNvSpPr/>
          <p:nvPr/>
        </p:nvSpPr>
        <p:spPr>
          <a:xfrm rot="1500000">
            <a:off x="-5167630" y="-43815"/>
            <a:ext cx="7065010" cy="7135495"/>
          </a:xfrm>
          <a:prstGeom prst="chord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-8534400" y="-1440180"/>
            <a:ext cx="1068070" cy="981710"/>
            <a:chOff x="1867" y="5500"/>
            <a:chExt cx="1682" cy="1546"/>
          </a:xfrm>
        </p:grpSpPr>
        <p:sp>
          <p:nvSpPr>
            <p:cNvPr id="39" name="Oval 38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0" name="Text Box 39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1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6346190" y="-1438910"/>
            <a:ext cx="1068070" cy="982345"/>
            <a:chOff x="1867" y="5500"/>
            <a:chExt cx="1682" cy="1547"/>
          </a:xfrm>
          <a:solidFill>
            <a:schemeClr val="accent1"/>
          </a:solidFill>
        </p:grpSpPr>
        <p:sp>
          <p:nvSpPr>
            <p:cNvPr id="42" name="Oval 41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Text Box 42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2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-4157980" y="-1447800"/>
            <a:ext cx="1068070" cy="982345"/>
            <a:chOff x="1867" y="5500"/>
            <a:chExt cx="1682" cy="1547"/>
          </a:xfrm>
          <a:solidFill>
            <a:schemeClr val="accent4"/>
          </a:solidFill>
        </p:grpSpPr>
        <p:sp>
          <p:nvSpPr>
            <p:cNvPr id="45" name="Oval 44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6" name="Text Box 45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3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-1969770" y="-1447800"/>
            <a:ext cx="1068070" cy="982345"/>
            <a:chOff x="1867" y="5500"/>
            <a:chExt cx="1682" cy="154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8" name="Oval 47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9" name="Text Box 48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4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sp>
        <p:nvSpPr>
          <p:cNvPr id="50" name="Text Box 49"/>
          <p:cNvSpPr txBox="1"/>
          <p:nvPr/>
        </p:nvSpPr>
        <p:spPr>
          <a:xfrm>
            <a:off x="5783580" y="3009265"/>
            <a:ext cx="5703570" cy="2276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Detects project type and extracts routes, endpoints, UI components, and user flows automatically.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ord 8"/>
          <p:cNvSpPr/>
          <p:nvPr/>
        </p:nvSpPr>
        <p:spPr>
          <a:xfrm rot="1500000">
            <a:off x="-5167630" y="-43815"/>
            <a:ext cx="7065010" cy="7135495"/>
          </a:xfrm>
          <a:prstGeom prst="chor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8555" y="1005840"/>
            <a:ext cx="3662045" cy="64135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Proposed Solution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8" name="Chord 7"/>
          <p:cNvSpPr/>
          <p:nvPr/>
        </p:nvSpPr>
        <p:spPr>
          <a:xfrm rot="12180000">
            <a:off x="-2604770" y="-388620"/>
            <a:ext cx="7325995" cy="7506970"/>
          </a:xfrm>
          <a:prstGeom prst="chord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262255" y="3178810"/>
            <a:ext cx="3925570" cy="165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2. </a:t>
            </a:r>
            <a:r>
              <a:rPr lang="en-US" sz="4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AI Generate</a:t>
            </a:r>
            <a:endParaRPr 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5783580" y="3009265"/>
            <a:ext cx="5703570" cy="2276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An LLM generates positive, negative, boundary, and regression test cases tailored to the scanned project.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0" lvl="1"/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8555" y="1005840"/>
            <a:ext cx="3662045" cy="64135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Proposed Solution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8" name="Chord 7"/>
          <p:cNvSpPr/>
          <p:nvPr/>
        </p:nvSpPr>
        <p:spPr>
          <a:xfrm rot="12180000">
            <a:off x="-2496185" y="-295275"/>
            <a:ext cx="7414895" cy="7424420"/>
          </a:xfrm>
          <a:prstGeom prst="chor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262255" y="3178810"/>
            <a:ext cx="3925570" cy="165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3. Execute</a:t>
            </a:r>
            <a:endParaRPr 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Chord 2"/>
          <p:cNvSpPr/>
          <p:nvPr/>
        </p:nvSpPr>
        <p:spPr>
          <a:xfrm rot="1440000">
            <a:off x="-5314315" y="-320675"/>
            <a:ext cx="7065010" cy="7135495"/>
          </a:xfrm>
          <a:prstGeom prst="chord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Text Box 49"/>
          <p:cNvSpPr txBox="1"/>
          <p:nvPr/>
        </p:nvSpPr>
        <p:spPr>
          <a:xfrm>
            <a:off x="5783580" y="3009265"/>
            <a:ext cx="5703570" cy="2276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Runs tests using Playwright (web/Electron), HTTP runners (APIs), and Node child process (CLI tools).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8555" y="1005840"/>
            <a:ext cx="3662045" cy="64135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Proposed Solution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8" name="Chord 7"/>
          <p:cNvSpPr/>
          <p:nvPr/>
        </p:nvSpPr>
        <p:spPr>
          <a:xfrm rot="12180000">
            <a:off x="-2507615" y="-326390"/>
            <a:ext cx="7274560" cy="7509510"/>
          </a:xfrm>
          <a:prstGeom prst="chord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262255" y="3178810"/>
            <a:ext cx="3925570" cy="165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4. Report</a:t>
            </a:r>
            <a:endParaRPr 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-8534400" y="-1440180"/>
            <a:ext cx="1068070" cy="981710"/>
            <a:chOff x="1867" y="5500"/>
            <a:chExt cx="1682" cy="1546"/>
          </a:xfrm>
        </p:grpSpPr>
        <p:sp>
          <p:nvSpPr>
            <p:cNvPr id="39" name="Oval 38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0" name="Text Box 39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1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6346190" y="-1438910"/>
            <a:ext cx="1068070" cy="982345"/>
            <a:chOff x="1867" y="5500"/>
            <a:chExt cx="1682" cy="1547"/>
          </a:xfrm>
          <a:solidFill>
            <a:schemeClr val="accent1"/>
          </a:solidFill>
        </p:grpSpPr>
        <p:sp>
          <p:nvSpPr>
            <p:cNvPr id="42" name="Oval 41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Text Box 42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2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-4157980" y="-1447800"/>
            <a:ext cx="1068070" cy="982345"/>
            <a:chOff x="1867" y="5500"/>
            <a:chExt cx="1682" cy="1547"/>
          </a:xfrm>
          <a:solidFill>
            <a:schemeClr val="accent4"/>
          </a:solidFill>
        </p:grpSpPr>
        <p:sp>
          <p:nvSpPr>
            <p:cNvPr id="45" name="Oval 44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6" name="Text Box 45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3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-1969770" y="-1447800"/>
            <a:ext cx="1068070" cy="982345"/>
            <a:chOff x="1867" y="5500"/>
            <a:chExt cx="1682" cy="154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8" name="Oval 47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9" name="Text Box 48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4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sp>
        <p:nvSpPr>
          <p:cNvPr id="50" name="Text Box 49"/>
          <p:cNvSpPr txBox="1"/>
          <p:nvPr/>
        </p:nvSpPr>
        <p:spPr>
          <a:xfrm>
            <a:off x="5783580" y="3009265"/>
            <a:ext cx="5703570" cy="2276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just" fontAlgn="base">
              <a:lnSpc>
                <a:spcPct val="150000"/>
              </a:lnSpc>
              <a:buNone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Delivers an in-IDE dashboard with pass/fail results, screenshots for failures, bug summaries, and exportable reports.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4160" y="1005840"/>
            <a:ext cx="4043680" cy="64135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Proposed Solution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0715"/>
            <a:ext cx="9656445" cy="1311910"/>
          </a:xfrm>
        </p:spPr>
        <p:txBody>
          <a:bodyPr>
            <a:normAutofit lnSpcReduction="20000"/>
          </a:bodyPr>
          <a:lstStyle/>
          <a:p>
            <a:pPr marL="457200" lvl="1" indent="0" algn="just" fontAlgn="base">
              <a:lnSpc>
                <a:spcPct val="150000"/>
              </a:lnSpc>
              <a:buNone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NeuroCode is a VS Code extension with an AI-powered 4-phase pipeline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457200" lvl="1" indent="0" algn="just" fontAlgn="base">
              <a:lnSpc>
                <a:spcPct val="150000"/>
              </a:lnSpc>
              <a:buNone/>
            </a:pP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259965" y="2952115"/>
            <a:ext cx="1068070" cy="981710"/>
            <a:chOff x="1867" y="5500"/>
            <a:chExt cx="1682" cy="1546"/>
          </a:xfrm>
        </p:grpSpPr>
        <p:sp>
          <p:nvSpPr>
            <p:cNvPr id="8" name="Oval 7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1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48175" y="2953385"/>
            <a:ext cx="1068070" cy="982345"/>
            <a:chOff x="1867" y="5500"/>
            <a:chExt cx="1682" cy="1547"/>
          </a:xfrm>
          <a:solidFill>
            <a:schemeClr val="accent1"/>
          </a:solidFill>
        </p:grpSpPr>
        <p:sp>
          <p:nvSpPr>
            <p:cNvPr id="12" name="Oval 11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2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36385" y="2944495"/>
            <a:ext cx="1068070" cy="982345"/>
            <a:chOff x="1867" y="5500"/>
            <a:chExt cx="1682" cy="1547"/>
          </a:xfrm>
          <a:solidFill>
            <a:schemeClr val="accent4"/>
          </a:solidFill>
        </p:grpSpPr>
        <p:sp>
          <p:nvSpPr>
            <p:cNvPr id="15" name="Oval 14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3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824595" y="2944495"/>
            <a:ext cx="1068070" cy="982345"/>
            <a:chOff x="1867" y="5500"/>
            <a:chExt cx="1682" cy="154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8" name="Oval 17"/>
            <p:cNvSpPr/>
            <p:nvPr/>
          </p:nvSpPr>
          <p:spPr>
            <a:xfrm>
              <a:off x="1867" y="5500"/>
              <a:ext cx="1682" cy="15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2472" y="5971"/>
              <a:ext cx="472" cy="5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en-US">
                  <a:latin typeface="Arial Black" panose="020B0A04020102020204" pitchFamily="34" charset="0"/>
                  <a:cs typeface="Arial Black" panose="020B0A04020102020204" pitchFamily="34" charset="0"/>
                </a:rPr>
                <a:t>4</a:t>
              </a:r>
              <a:endParaRPr lang="en-US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  <p:sp>
        <p:nvSpPr>
          <p:cNvPr id="20" name="Text Box 19"/>
          <p:cNvSpPr txBox="1"/>
          <p:nvPr/>
        </p:nvSpPr>
        <p:spPr>
          <a:xfrm>
            <a:off x="2381885" y="4175125"/>
            <a:ext cx="946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Scan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074160" y="4164965"/>
            <a:ext cx="1924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AI Generate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636385" y="4163695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Execute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824595" y="4162425"/>
            <a:ext cx="1199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Report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0" y="4814570"/>
            <a:ext cx="11987530" cy="200279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 fontAlgn="base">
              <a:lnSpc>
                <a:spcPct val="150000"/>
              </a:lnSpc>
              <a:buNone/>
            </a:pPr>
            <a:r>
              <a:rPr lang="en-US" sz="5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Impact</a:t>
            </a:r>
            <a:r>
              <a:rPr lang="en-US" sz="4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:</a:t>
            </a:r>
            <a:r>
              <a:rPr lang="en-US" sz="5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</a:t>
            </a:r>
            <a:endParaRPr lang="en-US" sz="5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marL="457200" lvl="2" indent="0" algn="just" fontAlgn="base">
              <a:lnSpc>
                <a:spcPct val="150000"/>
              </a:lnSpc>
              <a:buNone/>
            </a:pPr>
            <a:r>
              <a:rPr lang="en-US" altLang="en-US" sz="5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The project targets a 60% reduction in test planning time and 80%+ coverage of critical application flows while making QA more accessible to students and independent developers.</a:t>
            </a:r>
            <a:endParaRPr lang="en-US" altLang="en-US" sz="5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34" name="椭圆 57"/>
          <p:cNvSpPr/>
          <p:nvPr>
            <p:custDataLst>
              <p:tags r:id="rId1"/>
            </p:custDataLst>
          </p:nvPr>
        </p:nvSpPr>
        <p:spPr>
          <a:xfrm>
            <a:off x="-11286989" y="2206706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2"/>
            </p:custDataLst>
          </p:nvPr>
        </p:nvSpPr>
        <p:spPr>
          <a:xfrm>
            <a:off x="-10796787" y="2206305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3"/>
            </p:custDataLst>
          </p:nvPr>
        </p:nvSpPr>
        <p:spPr>
          <a:xfrm>
            <a:off x="-10052259" y="2206305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" name="圆角矩形 13"/>
          <p:cNvSpPr/>
          <p:nvPr>
            <p:custDataLst>
              <p:tags r:id="rId4"/>
            </p:custDataLst>
          </p:nvPr>
        </p:nvSpPr>
        <p:spPr>
          <a:xfrm>
            <a:off x="4513796" y="1139565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279183" y="10733759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6"/>
            </p:custDataLst>
          </p:nvPr>
        </p:nvSpPr>
        <p:spPr>
          <a:xfrm>
            <a:off x="2484799" y="10830837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250186" y="1019461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8"/>
            </p:custDataLst>
          </p:nvPr>
        </p:nvSpPr>
        <p:spPr>
          <a:xfrm>
            <a:off x="870585" y="915083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808925" y="9344189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7" name="圆角矩形 4"/>
          <p:cNvSpPr/>
          <p:nvPr>
            <p:custDataLst>
              <p:tags r:id="rId10"/>
            </p:custDataLst>
          </p:nvPr>
        </p:nvSpPr>
        <p:spPr>
          <a:xfrm>
            <a:off x="6610989" y="1139565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7376376" y="1073375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2" name="圆角矩形 49"/>
          <p:cNvSpPr/>
          <p:nvPr>
            <p:custDataLst>
              <p:tags r:id="rId12"/>
            </p:custDataLst>
          </p:nvPr>
        </p:nvSpPr>
        <p:spPr>
          <a:xfrm>
            <a:off x="8670474" y="10830837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9435861" y="10188200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10336835" y="915083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9845832" y="934418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-9063032" y="2092380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-9063032" y="2130088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-8182918" y="1424873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34" name="椭圆 57"/>
          <p:cNvSpPr/>
          <p:nvPr>
            <p:custDataLst>
              <p:tags r:id="rId1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2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3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" name="圆角矩形 13"/>
          <p:cNvSpPr/>
          <p:nvPr>
            <p:custDataLst>
              <p:tags r:id="rId4"/>
            </p:custDataLst>
          </p:nvPr>
        </p:nvSpPr>
        <p:spPr>
          <a:xfrm>
            <a:off x="4344886" y="540315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110273" y="474126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6"/>
            </p:custDataLst>
          </p:nvPr>
        </p:nvSpPr>
        <p:spPr>
          <a:xfrm>
            <a:off x="2315889" y="4838342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081276" y="420212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8"/>
            </p:custDataLst>
          </p:nvPr>
        </p:nvSpPr>
        <p:spPr>
          <a:xfrm>
            <a:off x="701675" y="315834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40015" y="335169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7" name="圆角矩形 4"/>
          <p:cNvSpPr/>
          <p:nvPr>
            <p:custDataLst>
              <p:tags r:id="rId10"/>
            </p:custDataLst>
          </p:nvPr>
        </p:nvSpPr>
        <p:spPr>
          <a:xfrm>
            <a:off x="6442079" y="540315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7207466" y="474126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2" name="圆角矩形 49"/>
          <p:cNvSpPr/>
          <p:nvPr>
            <p:custDataLst>
              <p:tags r:id="rId12"/>
            </p:custDataLst>
          </p:nvPr>
        </p:nvSpPr>
        <p:spPr>
          <a:xfrm>
            <a:off x="8501564" y="4838342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9266951" y="4195705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10167925" y="315834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9676922" y="335169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27"/>
          <p:cNvSpPr/>
          <p:nvPr>
            <p:custDataLst>
              <p:tags r:id="rId1"/>
            </p:custDataLst>
          </p:nvPr>
        </p:nvSpPr>
        <p:spPr>
          <a:xfrm>
            <a:off x="119380" y="5307330"/>
            <a:ext cx="11817985" cy="14903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34" name="椭圆 57"/>
          <p:cNvSpPr/>
          <p:nvPr>
            <p:custDataLst>
              <p:tags r:id="rId2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3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4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" name="圆角矩形 13"/>
          <p:cNvSpPr/>
          <p:nvPr>
            <p:custDataLst>
              <p:tags r:id="rId5"/>
            </p:custDataLst>
          </p:nvPr>
        </p:nvSpPr>
        <p:spPr>
          <a:xfrm>
            <a:off x="369786" y="362642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40123" y="3827499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7"/>
            </p:custDataLst>
          </p:nvPr>
        </p:nvSpPr>
        <p:spPr>
          <a:xfrm>
            <a:off x="1287824" y="2218332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573401" y="272574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328480" y="4589309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7" name="圆角矩形 4"/>
          <p:cNvSpPr/>
          <p:nvPr>
            <p:custDataLst>
              <p:tags r:id="rId10"/>
            </p:custDataLst>
          </p:nvPr>
        </p:nvSpPr>
        <p:spPr>
          <a:xfrm>
            <a:off x="9847584" y="420237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9327731" y="413420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2" name="圆角矩形 49"/>
          <p:cNvSpPr/>
          <p:nvPr>
            <p:custDataLst>
              <p:tags r:id="rId12"/>
            </p:custDataLst>
          </p:nvPr>
        </p:nvSpPr>
        <p:spPr>
          <a:xfrm>
            <a:off x="10089699" y="3320057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9726691" y="3492125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9240190" y="253286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8749187" y="272621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15975" y="5497195"/>
            <a:ext cx="10537825" cy="1092200"/>
            <a:chOff x="1285" y="8657"/>
            <a:chExt cx="16595" cy="1720"/>
          </a:xfrm>
        </p:grpSpPr>
        <p:sp>
          <p:nvSpPr>
            <p:cNvPr id="3" name="Rounded Rectangle 2"/>
            <p:cNvSpPr/>
            <p:nvPr/>
          </p:nvSpPr>
          <p:spPr>
            <a:xfrm>
              <a:off x="1285" y="8657"/>
              <a:ext cx="16583" cy="172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1296" y="8927"/>
              <a:ext cx="16584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1.  Develop a VS Code extension that automatically detects project type and extracts testable components (routes, endpoints, UI flows).</a:t>
              </a:r>
              <a:endParaRPr lang="en-US" sz="2000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34" name="椭圆 57"/>
          <p:cNvSpPr/>
          <p:nvPr>
            <p:custDataLst>
              <p:tags r:id="rId1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2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3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" name="圆角矩形 13"/>
          <p:cNvSpPr/>
          <p:nvPr>
            <p:custDataLst>
              <p:tags r:id="rId4"/>
            </p:custDataLst>
          </p:nvPr>
        </p:nvSpPr>
        <p:spPr>
          <a:xfrm>
            <a:off x="369786" y="362642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40123" y="3827499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6"/>
            </p:custDataLst>
          </p:nvPr>
        </p:nvSpPr>
        <p:spPr>
          <a:xfrm>
            <a:off x="184785" y="5085080"/>
            <a:ext cx="11822430" cy="167830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4207766" y="458883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8"/>
            </p:custDataLst>
          </p:nvPr>
        </p:nvSpPr>
        <p:spPr>
          <a:xfrm>
            <a:off x="1464310" y="2217420"/>
            <a:ext cx="1650365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033205" y="260493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7" name="圆角矩形 4"/>
          <p:cNvSpPr/>
          <p:nvPr>
            <p:custDataLst>
              <p:tags r:id="rId10"/>
            </p:custDataLst>
          </p:nvPr>
        </p:nvSpPr>
        <p:spPr>
          <a:xfrm>
            <a:off x="9847584" y="420237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9327731" y="413420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2" name="圆角矩形 49"/>
          <p:cNvSpPr/>
          <p:nvPr>
            <p:custDataLst>
              <p:tags r:id="rId12"/>
            </p:custDataLst>
          </p:nvPr>
        </p:nvSpPr>
        <p:spPr>
          <a:xfrm>
            <a:off x="10089699" y="3320057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9726691" y="3492125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9240190" y="253286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8749187" y="272621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23595" y="5386705"/>
            <a:ext cx="10537825" cy="1092835"/>
            <a:chOff x="1285" y="8657"/>
            <a:chExt cx="16595" cy="1721"/>
          </a:xfrm>
        </p:grpSpPr>
        <p:sp>
          <p:nvSpPr>
            <p:cNvPr id="7" name="Rounded Rectangle 6"/>
            <p:cNvSpPr/>
            <p:nvPr/>
          </p:nvSpPr>
          <p:spPr>
            <a:xfrm>
              <a:off x="1285" y="8657"/>
              <a:ext cx="16583" cy="172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296" y="8927"/>
              <a:ext cx="16584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2.  </a:t>
              </a: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Integrate an LLM API to generate diverse test cases positive, negative, boundary, and regression without manual scripting.</a:t>
              </a:r>
              <a:endParaRPr lang="en-US" sz="2000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7"/>
          <p:cNvSpPr/>
          <p:nvPr>
            <p:custDataLst>
              <p:tags r:id="rId1"/>
            </p:custDataLst>
          </p:nvPr>
        </p:nvSpPr>
        <p:spPr>
          <a:xfrm>
            <a:off x="119380" y="5307330"/>
            <a:ext cx="11817985" cy="14903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34" name="椭圆 57"/>
          <p:cNvSpPr/>
          <p:nvPr>
            <p:custDataLst>
              <p:tags r:id="rId2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3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4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733208" y="478317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6"/>
            </p:custDataLst>
          </p:nvPr>
        </p:nvSpPr>
        <p:spPr>
          <a:xfrm>
            <a:off x="325120" y="3651250"/>
            <a:ext cx="1649730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17091" y="368078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8"/>
            </p:custDataLst>
          </p:nvPr>
        </p:nvSpPr>
        <p:spPr>
          <a:xfrm>
            <a:off x="1464310" y="2217420"/>
            <a:ext cx="1650365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033205" y="260493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7" name="圆角矩形 4"/>
          <p:cNvSpPr/>
          <p:nvPr>
            <p:custDataLst>
              <p:tags r:id="rId10"/>
            </p:custDataLst>
          </p:nvPr>
        </p:nvSpPr>
        <p:spPr>
          <a:xfrm>
            <a:off x="9847584" y="4202371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9327731" y="413420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2" name="圆角矩形 49"/>
          <p:cNvSpPr/>
          <p:nvPr>
            <p:custDataLst>
              <p:tags r:id="rId12"/>
            </p:custDataLst>
          </p:nvPr>
        </p:nvSpPr>
        <p:spPr>
          <a:xfrm>
            <a:off x="10089699" y="3320057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9726691" y="3492125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9240190" y="253286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8749187" y="272621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5975" y="5497195"/>
            <a:ext cx="10530205" cy="1092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583565" y="5497195"/>
            <a:ext cx="113538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1" indent="0" algn="l" fontAlgn="base">
              <a:lnSpc>
                <a:spcPct val="150000"/>
              </a:lnSpc>
              <a:buNone/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3.  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Build an automated test execution engine supporting web API 	(Axios/Supertest), and CLI (Node childprocess) project types.</a:t>
            </a:r>
            <a:endParaRPr 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16"/>
          <p:cNvSpPr/>
          <p:nvPr>
            <p:custDataLst>
              <p:tags r:id="rId1"/>
            </p:custDataLst>
          </p:nvPr>
        </p:nvSpPr>
        <p:spPr>
          <a:xfrm>
            <a:off x="184785" y="5085080"/>
            <a:ext cx="11822430" cy="167830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3" name="圆角矩形 27"/>
          <p:cNvSpPr/>
          <p:nvPr>
            <p:custDataLst>
              <p:tags r:id="rId2"/>
            </p:custDataLst>
          </p:nvPr>
        </p:nvSpPr>
        <p:spPr>
          <a:xfrm>
            <a:off x="394970" y="3627120"/>
            <a:ext cx="1652270" cy="5073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34" name="椭圆 57"/>
          <p:cNvSpPr/>
          <p:nvPr>
            <p:custDataLst>
              <p:tags r:id="rId3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4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5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09008" y="376463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7"/>
            </p:custDataLst>
          </p:nvPr>
        </p:nvSpPr>
        <p:spPr>
          <a:xfrm>
            <a:off x="702945" y="2634615"/>
            <a:ext cx="1649730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081276" y="291942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9"/>
            </p:custDataLst>
          </p:nvPr>
        </p:nvSpPr>
        <p:spPr>
          <a:xfrm>
            <a:off x="2616835" y="1918335"/>
            <a:ext cx="1650365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328480" y="251349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035256" y="478634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2" name="圆角矩形 49"/>
          <p:cNvSpPr/>
          <p:nvPr>
            <p:custDataLst>
              <p:tags r:id="rId12"/>
            </p:custDataLst>
          </p:nvPr>
        </p:nvSpPr>
        <p:spPr>
          <a:xfrm>
            <a:off x="10089699" y="3320057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9726691" y="3492125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9240190" y="253286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8749187" y="272621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23595" y="5386705"/>
            <a:ext cx="10537825" cy="1092835"/>
            <a:chOff x="1285" y="8657"/>
            <a:chExt cx="16595" cy="1721"/>
          </a:xfrm>
        </p:grpSpPr>
        <p:sp>
          <p:nvSpPr>
            <p:cNvPr id="7" name="Rounded Rectangle 6"/>
            <p:cNvSpPr/>
            <p:nvPr/>
          </p:nvSpPr>
          <p:spPr>
            <a:xfrm>
              <a:off x="1285" y="8657"/>
              <a:ext cx="16583" cy="172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296" y="8764"/>
              <a:ext cx="16584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457200" lvl="1" indent="0" algn="just" fontAlgn="base">
                <a:lnSpc>
                  <a:spcPct val="150000"/>
                </a:lnSpc>
                <a:buNone/>
              </a:pP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4. </a:t>
              </a: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Create an in-IDE reporting dashboard displaying pass/fail results, 	failure screenshots, and AI-generated bug summaries.</a:t>
              </a:r>
              <a:endParaRPr lang="en-US" sz="2000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27"/>
          <p:cNvSpPr/>
          <p:nvPr>
            <p:custDataLst>
              <p:tags r:id="rId1"/>
            </p:custDataLst>
          </p:nvPr>
        </p:nvSpPr>
        <p:spPr>
          <a:xfrm>
            <a:off x="119380" y="5307330"/>
            <a:ext cx="11817985" cy="14903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" name="圆角矩形 16"/>
          <p:cNvSpPr/>
          <p:nvPr>
            <p:custDataLst>
              <p:tags r:id="rId2"/>
            </p:custDataLst>
          </p:nvPr>
        </p:nvSpPr>
        <p:spPr>
          <a:xfrm>
            <a:off x="10089515" y="3885565"/>
            <a:ext cx="1652270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3" name="圆角矩形 27"/>
          <p:cNvSpPr/>
          <p:nvPr>
            <p:custDataLst>
              <p:tags r:id="rId3"/>
            </p:custDataLst>
          </p:nvPr>
        </p:nvSpPr>
        <p:spPr>
          <a:xfrm>
            <a:off x="394970" y="3627120"/>
            <a:ext cx="1652270" cy="5073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4" name="椭圆 57"/>
          <p:cNvSpPr/>
          <p:nvPr>
            <p:custDataLst>
              <p:tags r:id="rId4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5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6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09008" y="376463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8"/>
            </p:custDataLst>
          </p:nvPr>
        </p:nvSpPr>
        <p:spPr>
          <a:xfrm>
            <a:off x="702945" y="2634615"/>
            <a:ext cx="1649730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3081276" y="291942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10"/>
            </p:custDataLst>
          </p:nvPr>
        </p:nvSpPr>
        <p:spPr>
          <a:xfrm>
            <a:off x="2616835" y="1918335"/>
            <a:ext cx="1650365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4328480" y="251349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9515056" y="401228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123701" y="4775460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1" name="圆角矩形 52"/>
          <p:cNvSpPr/>
          <p:nvPr>
            <p:custDataLst>
              <p:tags r:id="rId14"/>
            </p:custDataLst>
          </p:nvPr>
        </p:nvSpPr>
        <p:spPr>
          <a:xfrm>
            <a:off x="9240190" y="2532866"/>
            <a:ext cx="1651118" cy="50785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8749187" y="2726219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15975" y="5497195"/>
            <a:ext cx="10537825" cy="1092835"/>
            <a:chOff x="1285" y="8657"/>
            <a:chExt cx="16595" cy="1721"/>
          </a:xfrm>
        </p:grpSpPr>
        <p:sp>
          <p:nvSpPr>
            <p:cNvPr id="15" name="Rounded Rectangle 14"/>
            <p:cNvSpPr/>
            <p:nvPr/>
          </p:nvSpPr>
          <p:spPr>
            <a:xfrm>
              <a:off x="1285" y="8657"/>
              <a:ext cx="16583" cy="172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296" y="8927"/>
              <a:ext cx="16584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lvl="1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5.  T</a:t>
              </a:r>
              <a:r>
                <a:rPr lang="en-US" alt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argets to r</a:t>
              </a: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educe test planning time by 60% and achieve 80%+ critical flow coverage compared to manual QA in pilot projects.</a:t>
              </a:r>
              <a:endPara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16"/>
          <p:cNvSpPr/>
          <p:nvPr>
            <p:custDataLst>
              <p:tags r:id="rId1"/>
            </p:custDataLst>
          </p:nvPr>
        </p:nvSpPr>
        <p:spPr>
          <a:xfrm>
            <a:off x="184785" y="5085080"/>
            <a:ext cx="11822430" cy="167830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6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13" name="圆角矩形 27"/>
          <p:cNvSpPr/>
          <p:nvPr>
            <p:custDataLst>
              <p:tags r:id="rId2"/>
            </p:custDataLst>
          </p:nvPr>
        </p:nvSpPr>
        <p:spPr>
          <a:xfrm>
            <a:off x="10089515" y="3820160"/>
            <a:ext cx="1652270" cy="50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5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5" name="圆角矩形 16"/>
          <p:cNvSpPr/>
          <p:nvPr>
            <p:custDataLst>
              <p:tags r:id="rId3"/>
            </p:custDataLst>
          </p:nvPr>
        </p:nvSpPr>
        <p:spPr>
          <a:xfrm>
            <a:off x="9600565" y="2513330"/>
            <a:ext cx="1652270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4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3" name="圆角矩形 27"/>
          <p:cNvSpPr/>
          <p:nvPr>
            <p:custDataLst>
              <p:tags r:id="rId4"/>
            </p:custDataLst>
          </p:nvPr>
        </p:nvSpPr>
        <p:spPr>
          <a:xfrm>
            <a:off x="394970" y="3627120"/>
            <a:ext cx="1652270" cy="5073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Objective 3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145" y="339090"/>
            <a:ext cx="3714750" cy="746760"/>
          </a:xfrm>
        </p:spPr>
        <p:txBody>
          <a:bodyPr>
            <a:normAutofit/>
          </a:bodyPr>
          <a:lstStyle/>
          <a:p>
            <a:r>
              <a:rPr lang="en-US" sz="2665" dirty="0">
                <a:latin typeface="Arial Black" panose="020B0A04020102020204" pitchFamily="34" charset="0"/>
                <a:cs typeface="Arial Black" panose="020B0A04020102020204" pitchFamily="34" charset="0"/>
              </a:rPr>
              <a:t>Project Objectives </a:t>
            </a:r>
            <a:endParaRPr lang="en-US" sz="2665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4" name="椭圆 57"/>
          <p:cNvSpPr/>
          <p:nvPr>
            <p:custDataLst>
              <p:tags r:id="rId5"/>
            </p:custDataLst>
          </p:nvPr>
        </p:nvSpPr>
        <p:spPr>
          <a:xfrm>
            <a:off x="2145801" y="2427051"/>
            <a:ext cx="7531120" cy="22512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椭圆 58"/>
          <p:cNvSpPr/>
          <p:nvPr>
            <p:custDataLst>
              <p:tags r:id="rId6"/>
            </p:custDataLst>
          </p:nvPr>
        </p:nvSpPr>
        <p:spPr>
          <a:xfrm>
            <a:off x="2636003" y="2426650"/>
            <a:ext cx="7170088" cy="241811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椭圆 59"/>
          <p:cNvSpPr/>
          <p:nvPr>
            <p:custDataLst>
              <p:tags r:id="rId7"/>
            </p:custDataLst>
          </p:nvPr>
        </p:nvSpPr>
        <p:spPr>
          <a:xfrm>
            <a:off x="3380531" y="2426650"/>
            <a:ext cx="5681033" cy="1901433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9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09008" y="376463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1" name="圆角矩形 16"/>
          <p:cNvSpPr/>
          <p:nvPr>
            <p:custDataLst>
              <p:tags r:id="rId9"/>
            </p:custDataLst>
          </p:nvPr>
        </p:nvSpPr>
        <p:spPr>
          <a:xfrm>
            <a:off x="702945" y="2634615"/>
            <a:ext cx="1649730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Objective 2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2" name="椭圆 1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081276" y="291942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4" name="圆角矩形 27"/>
          <p:cNvSpPr/>
          <p:nvPr>
            <p:custDataLst>
              <p:tags r:id="rId11"/>
            </p:custDataLst>
          </p:nvPr>
        </p:nvSpPr>
        <p:spPr>
          <a:xfrm>
            <a:off x="2616835" y="1918335"/>
            <a:ext cx="1650365" cy="508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uFillTx/>
                <a:latin typeface="+mj-lt"/>
                <a:sym typeface="+mn-ea"/>
              </a:rPr>
              <a:t>Objective 1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45" name="椭圆 2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4328480" y="2513494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8" name="椭圆 5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8940381" y="279816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55" name="椭圆 50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9600326" y="3885825"/>
            <a:ext cx="121146" cy="121146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3" name="椭圆 5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6015512" y="4775364"/>
            <a:ext cx="121146" cy="121146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67" name="椭圆 3"/>
          <p:cNvSpPr/>
          <p:nvPr>
            <p:custDataLst>
              <p:tags r:id="rId16"/>
            </p:custDataLst>
          </p:nvPr>
        </p:nvSpPr>
        <p:spPr>
          <a:xfrm rot="1140000">
            <a:off x="4369758" y="2312725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8" name="椭圆 7"/>
          <p:cNvSpPr/>
          <p:nvPr>
            <p:custDataLst>
              <p:tags r:id="rId17"/>
            </p:custDataLst>
          </p:nvPr>
        </p:nvSpPr>
        <p:spPr>
          <a:xfrm rot="20460000">
            <a:off x="4369758" y="2350433"/>
            <a:ext cx="3703382" cy="872894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0" name="椭圆 8"/>
          <p:cNvSpPr/>
          <p:nvPr>
            <p:custDataLst>
              <p:tags r:id="rId18"/>
            </p:custDataLst>
          </p:nvPr>
        </p:nvSpPr>
        <p:spPr>
          <a:xfrm>
            <a:off x="5249872" y="1645218"/>
            <a:ext cx="1943152" cy="1943152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Obj</a:t>
            </a:r>
            <a:endParaRPr lang="en-US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23595" y="5386705"/>
            <a:ext cx="10537825" cy="1092835"/>
            <a:chOff x="1285" y="8657"/>
            <a:chExt cx="16595" cy="1721"/>
          </a:xfrm>
        </p:grpSpPr>
        <p:sp>
          <p:nvSpPr>
            <p:cNvPr id="7" name="Rounded Rectangle 6"/>
            <p:cNvSpPr/>
            <p:nvPr/>
          </p:nvSpPr>
          <p:spPr>
            <a:xfrm>
              <a:off x="1285" y="8657"/>
              <a:ext cx="16583" cy="172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296" y="8764"/>
              <a:ext cx="16584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457200" lvl="1" indent="0" algn="just" fontAlgn="base">
                <a:lnSpc>
                  <a:spcPct val="150000"/>
                </a:lnSpc>
                <a:buNone/>
              </a:pP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6. </a:t>
              </a:r>
              <a:r>
                <a:rPr lang="en-US" sz="2000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Deliver a fully functional, documented, and deployable tool within 32 	weeks</a:t>
              </a:r>
              <a:endParaRPr lang="en-US" sz="2000">
                <a:latin typeface="Arial Black" panose="020B0A04020102020204" pitchFamily="34" charset="0"/>
                <a:cs typeface="Arial Black" panose="020B0A040201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5860" y="539115"/>
            <a:ext cx="4780280" cy="89217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Customer &amp; User Research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/>
        </p:nvSpPr>
        <p:spPr>
          <a:xfrm>
            <a:off x="1301750" y="1605915"/>
            <a:ext cx="11086465" cy="182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Primary Users : </a:t>
            </a:r>
            <a:endParaRPr lang="en-US" sz="2000" dirty="0">
              <a:solidFill>
                <a:schemeClr val="dk1">
                  <a:lumMod val="85000"/>
                  <a:lumOff val="1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Computer Science and Software Engineering students who build academic projects but lack QA expertise or time to write test suites.</a:t>
            </a:r>
            <a:endParaRPr lang="en-US" sz="18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1" name="Content Placeholder 2"/>
          <p:cNvSpPr>
            <a:spLocks noGrp="1"/>
          </p:cNvSpPr>
          <p:nvPr/>
        </p:nvSpPr>
        <p:spPr>
          <a:xfrm>
            <a:off x="965200" y="3329940"/>
            <a:ext cx="11086465" cy="182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Secondary 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Users :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1143000" lvl="4" indent="0" algn="just" fontAlgn="base">
              <a:lnSpc>
                <a:spcPct val="150000"/>
              </a:lnSpc>
              <a:buNone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Freelance developers and small startup teams who need lightweight, affordable QA tooling without enterprise-level overhead</a:t>
            </a: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.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5" name="Content Placeholder 2"/>
          <p:cNvSpPr>
            <a:spLocks noGrp="1"/>
          </p:cNvSpPr>
          <p:nvPr/>
        </p:nvSpPr>
        <p:spPr>
          <a:xfrm>
            <a:off x="965200" y="4898390"/>
            <a:ext cx="11086465" cy="182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Tertiary </a:t>
            </a: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</a:rPr>
              <a:t>Users :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914400" lvl="2" indent="0" algn="just" fontAlgn="base">
              <a:lnSpc>
                <a:spcPct val="150000"/>
              </a:lnSpc>
              <a:buNone/>
            </a:pPr>
            <a:r>
              <a:rPr lang="en-US" sz="18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Junior developers in mid-sized companies who want to enforce quality standards on personal or team projects within the IDE.</a:t>
            </a:r>
            <a:endParaRPr lang="en-US" sz="18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5860" y="539115"/>
            <a:ext cx="4780280" cy="89217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Customer &amp; User Research 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86465" cy="1823085"/>
          </a:xfrm>
        </p:spPr>
        <p:txBody>
          <a:bodyPr>
            <a:normAutofit/>
          </a:bodyPr>
          <a:lstStyle/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User Pain Points :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914400" lvl="2" indent="0" algn="just" fontAlgn="base">
              <a:lnSpc>
                <a:spcPct val="150000"/>
              </a:lnSpc>
              <a:buNone/>
            </a:pPr>
            <a:r>
              <a:rPr lang="en-US" sz="18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No time to write tests manually; limited knowledge of testing frameworks; QA tools are external, expensive, or complex to configure.</a:t>
            </a:r>
            <a:endParaRPr lang="en-US" sz="18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965200" y="3329940"/>
            <a:ext cx="11086465" cy="182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How NeuroCode Helps :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914400" lvl="3" indent="0" algn="just" fontAlgn="base">
              <a:lnSpc>
                <a:spcPct val="150000"/>
              </a:lnSpc>
              <a:buNone/>
            </a:pPr>
            <a:r>
              <a:rPr lang="en-US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Users open their project in VS Code, click a button, and receive AI-generated tests + execution results + a quality report in minutes.</a:t>
            </a:r>
            <a:endParaRPr lang="en-US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965200" y="4898390"/>
            <a:ext cx="11086465" cy="182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Success Metric : </a:t>
            </a:r>
            <a:endParaRPr lang="en-US" sz="2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marL="914400" lvl="2" indent="0" algn="just" fontAlgn="base">
              <a:lnSpc>
                <a:spcPct val="150000"/>
              </a:lnSpc>
              <a:buNone/>
            </a:pPr>
            <a:r>
              <a:rPr lang="en-US" sz="18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Users with zero prior testing experience can achieve 80%+ flow coverage on their project within one NeuroCode scan session.</a:t>
            </a:r>
            <a:endParaRPr lang="en-US" sz="18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-3119120" y="2398395"/>
          <a:ext cx="2743200" cy="3957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3" grpId="1" build="p"/>
      <p:bldP spid="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855" y="751840"/>
            <a:ext cx="5622290" cy="89471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  <a:cs typeface="Arial Black" panose="020B0A04020102020204" pitchFamily="34" charset="0"/>
              </a:rPr>
              <a:t>Tools and Technologies </a:t>
            </a:r>
            <a:endParaRPr lang="en-US" sz="3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4724400" y="2398395"/>
          <a:ext cx="2743200" cy="3957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855" y="751840"/>
            <a:ext cx="5622290" cy="89471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  <a:cs typeface="Arial Black" panose="020B0A04020102020204" pitchFamily="34" charset="0"/>
              </a:rPr>
              <a:t>Tools and Technologies </a:t>
            </a:r>
            <a:endParaRPr lang="en-US" sz="3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2942590" y="2317115"/>
          <a:ext cx="6306820" cy="356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855" y="751840"/>
            <a:ext cx="5622290" cy="89471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  <a:cs typeface="Arial Black" panose="020B0A04020102020204" pitchFamily="34" charset="0"/>
              </a:rPr>
              <a:t>Tools and Technologies </a:t>
            </a:r>
            <a:endParaRPr lang="en-US" sz="3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2202815" y="2009775"/>
          <a:ext cx="7195820" cy="3507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855" y="751840"/>
            <a:ext cx="5622290" cy="89471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  <a:cs typeface="Arial Black" panose="020B0A04020102020204" pitchFamily="34" charset="0"/>
              </a:rPr>
              <a:t>Tools and Technologies </a:t>
            </a:r>
            <a:endParaRPr lang="en-US" sz="3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1413510" y="2012315"/>
          <a:ext cx="9940290" cy="3732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855" y="751840"/>
            <a:ext cx="5622290" cy="89471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  <a:cs typeface="Arial Black" panose="020B0A04020102020204" pitchFamily="34" charset="0"/>
              </a:rPr>
              <a:t>Tools and Technologies </a:t>
            </a:r>
            <a:endParaRPr lang="en-US" sz="3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203835" y="1825625"/>
          <a:ext cx="11701145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145" y="593725"/>
            <a:ext cx="5045710" cy="90233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  <a:cs typeface="Arial Black" panose="020B0A04020102020204" pitchFamily="34" charset="0"/>
              </a:rPr>
              <a:t>Expected Outcomes </a:t>
            </a:r>
            <a:endParaRPr lang="en-US" sz="30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59205" y="1691005"/>
            <a:ext cx="781558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Product Outcome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Fully functional VS Code QA extension.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Customer Outcome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Targets to </a:t>
            </a: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60% reduction in test planning effort.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Targets to </a:t>
            </a: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80% coverage of critical flows.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Learning Outcome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AI Integration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IDE Extension Development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Test Automation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Software Quality Assurance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Business Outcome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Fewer defects before deployment.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Nature of the End Product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455420" y="2095500"/>
            <a:ext cx="95980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Final Deliverable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A complete software product consisting of: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VS Code Extension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AI Test Generation Engine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Automated Testing Engine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Reporting Dashboard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Backend Service APIs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Product Category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AI-Powered Software Quality Assurance Tool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Developer Productivity Tool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700" dirty="0">
                <a:latin typeface="Arial Black" panose="020B0A04020102020204" pitchFamily="34" charset="0"/>
                <a:cs typeface="Arial Black" panose="020B0A04020102020204" pitchFamily="34" charset="0"/>
              </a:rPr>
              <a:t>Conclusion</a:t>
            </a:r>
            <a:endParaRPr lang="en-US" sz="27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725295" y="2011680"/>
            <a:ext cx="941768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Why We Chose This Project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Solves a real software quality assurance problem.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Combines AI and automation into a practical developer tool.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Giving every developer access to enterprise-level QA at zero cost.</a:t>
            </a:r>
            <a:endParaRPr lang="en-US" sz="2000" dirty="0">
              <a:solidFill>
                <a:schemeClr val="tx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solidFill>
                <a:schemeClr val="tx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Benefits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Improves software quality.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 Black" panose="020B0A04020102020204" pitchFamily="34" charset="0"/>
                <a:cs typeface="Arial Black" panose="020B0A04020102020204" pitchFamily="34" charset="0"/>
              </a:rPr>
              <a:t>Saves testing time and effort for students and development teams.</a:t>
            </a:r>
            <a:endParaRPr lang="en-US" altLang="en-US" sz="2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2148"/>
            <a:ext cx="10515600" cy="4351338"/>
          </a:xfrm>
        </p:spPr>
        <p:txBody>
          <a:bodyPr>
            <a:normAutofit/>
          </a:bodyPr>
          <a:lstStyle/>
          <a:p>
            <a:pPr marL="457200" lvl="1" indent="0" algn="just" fontAlgn="base">
              <a:lnSpc>
                <a:spcPct val="150000"/>
              </a:lnSpc>
              <a:buNone/>
            </a:pPr>
            <a:r>
              <a:rPr lang="en-US" sz="2000" dirty="0"/>
              <a:t>Q&amp;A Session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97_1*l_h_i*1_1_1"/>
  <p:tag name="KSO_WM_TEMPLATE_CATEGORY" val="diagram"/>
  <p:tag name="KSO_WM_TEMPLATE_INDEX" val="20238297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97_1*l_h_i*1_2_1"/>
  <p:tag name="KSO_WM_TEMPLATE_CATEGORY" val="diagram"/>
  <p:tag name="KSO_WM_TEMPLATE_INDEX" val="20238297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97_1*l_h_i*1_4_1"/>
  <p:tag name="KSO_WM_TEMPLATE_CATEGORY" val="diagram"/>
  <p:tag name="KSO_WM_TEMPLATE_INDEX" val="20238297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97_1*l_h_i*1_3_1"/>
  <p:tag name="KSO_WM_TEMPLATE_CATEGORY" val="diagram"/>
  <p:tag name="KSO_WM_TEMPLATE_INDEX" val="20238297"/>
  <p:tag name="KSO_WM_UNIT_LAYERLEVEL" val="1_1_1"/>
  <p:tag name="KSO_WM_TAG_VERSION" val="3.0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23*2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297_1*l_h_x*1_1_1"/>
  <p:tag name="KSO_WM_TEMPLATE_CATEGORY" val="diagram"/>
  <p:tag name="KSO_WM_TEMPLATE_INDEX" val="20238297"/>
  <p:tag name="KSO_WM_UNIT_LAYERLEVEL" val="1_1_1"/>
  <p:tag name="KSO_WM_TAG_VERSION" val="3.0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9*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297_1*l_h_x*1_2_1"/>
  <p:tag name="KSO_WM_TEMPLATE_CATEGORY" val="diagram"/>
  <p:tag name="KSO_WM_TEMPLATE_INDEX" val="20238297"/>
  <p:tag name="KSO_WM_UNIT_LAYERLEVEL" val="1_1_1"/>
  <p:tag name="KSO_WM_TAG_VERSION" val="3.0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8*20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297_1*l_h_x*1_4_1"/>
  <p:tag name="KSO_WM_TEMPLATE_CATEGORY" val="diagram"/>
  <p:tag name="KSO_WM_TEMPLATE_INDEX" val="20238297"/>
  <p:tag name="KSO_WM_UNIT_LAYERLEVEL" val="1_1_1"/>
  <p:tag name="KSO_WM_TAG_VERSION" val="3.0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0*2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297_1*l_h_x*1_3_1"/>
  <p:tag name="KSO_WM_TEMPLATE_CATEGORY" val="diagram"/>
  <p:tag name="KSO_WM_TEMPLATE_INDEX" val="20238297"/>
  <p:tag name="KSO_WM_UNIT_LAYERLEVEL" val="1_1_1"/>
  <p:tag name="KSO_WM_TAG_VERSION" val="3.0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97_1*l_h_a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97_1*l_h_i*1_1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97_1*l_h_a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97_1*l_h_i*1_4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97_1*l_h_a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97_1*l_h_i*1_2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97_1*l_h_a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97_1*l_h_i*1_3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97_1*l_h_i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97_1*l_h_i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97_1*l_h_i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97_1*l_h_i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23*2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297_1*l_h_x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9*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297_1*l_h_x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8*20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297_1*l_h_x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0*2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297_1*l_h_x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97_1*l_h_a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TEXT_FILL_FORE_SCHEMECOLOR_INDEX_BRIGHTNESS" val="0.5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97_1*l_h_f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97_1*l_h_i*1_1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97_1*l_h_i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97_1*l_h_i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97_1*l_h_i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97_1*l_h_i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97_1*l_h_a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TEXT_FILL_FORE_SCHEMECOLOR_INDEX_BRIGHTNESS" val="0.5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97_1*l_h_f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97_1*l_h_i*1_4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97_1*l_h_a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TEXT_FILL_FORE_SCHEMECOLOR_INDEX_BRIGHTNESS" val="0.5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97_1*l_h_f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97_1*l_h_i*1_2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TEXT_FILL_FORE_SCHEMECOLOR_INDEX_BRIGHTNESS" val="0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97_1*l_h_a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TEXT_FILL_FORE_SCHEMECOLOR_INDEX_BRIGHTNESS" val="0.5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97_1*l_h_f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LINE_FORE_SCHEMECOLOR_INDEX_BRIGHTNESS" val="0"/>
  <p:tag name="KSO_WM_UNIT_LINE_FILL_TYPE" val="2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97_1*l_h_i*1_3_2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8297_1*l_i*1_1"/>
  <p:tag name="KSO_WM_TEMPLATE_CATEGORY" val="diagram"/>
  <p:tag name="KSO_WM_TEMPLATE_INDEX" val="20238297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23*2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297_1*l_h_x*1_1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9*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297_1*l_h_x*1_2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8*20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297_1*l_h_x*1_4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287.3500424218366,&quot;left&quot;:56,&quot;top&quot;:184.9749969482422,&quot;width&quot;:865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VERSION" val="3"/>
  <p:tag name="KSO_WM_DIAGRAM_COLOR_TRICK" val="1"/>
  <p:tag name="KSO_WM_DIAGRAM_COLOR_TEXT_CAN_REMOVE" val="n"/>
  <p:tag name="KSO_WM_UNIT_VALUE" val="200*2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297_1*l_h_x*1_3_1"/>
  <p:tag name="KSO_WM_TEMPLATE_CATEGORY" val="diagram"/>
  <p:tag name="KSO_WM_TEMPLATE_INDEX" val="2023829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79_3*l_h_i*1_1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9_3*l_h_a*1_1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79_3*l_h_i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9_3*l_h_a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79_3*l_h_i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9_3*l_h_a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79_3*l_h_i*1_4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56.1651245117188,&quot;left&quot;:11.375,&quot;top&quot;:150.55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79_3*l_h_a*1_4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9_3*l_h_a*1_1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9_3*l_h_a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9_3*l_h_a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79_3*l_h_a*1_4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9_3*l_h_a*1_1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9_3*l_h_a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9_3*l_h_a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79_3*l_h_a*1_4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9_3*l_h_a*1_1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9_3*l_h_a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9_3*l_h_a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79_3*l_h_a*1_4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9_3*l_h_a*1_1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9_3*l_h_a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9_3*l_h_a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92425836998643,&quot;left&quot;:11.375,&quot;top&quot;:135.79086614173227,&quot;width&quot;:937.250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79_3*l_h_a*1_4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72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3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3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4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4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5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5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841.7836189954863,&quot;left&quot;:-1037.5250061035156,&quot;top&quot;:95.50000305175782,&quot;width&quot;:1981.4583131901297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90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9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3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3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9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3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4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4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5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5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15.84999389648436,&quot;left&quot;:20.174993896484374,&quot;top&quot;:112.85000305175781,&quot;width&quot;:910.4583313260657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10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3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3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4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4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5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5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3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3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3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4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4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5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5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3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1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42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3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44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45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4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4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4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4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4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3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5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5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5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9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60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63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64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65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6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7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8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5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5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3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7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7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22.3999969482422,&quot;left&quot;:0,&quot;top&quot;:112.85000305175781,&quot;width&quot;:960.0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78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0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1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82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83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8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8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8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8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9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91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6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6_1"/>
  <p:tag name="KSO_WM_DIAGRAM_VERSION" val="3"/>
  <p:tag name="KSO_WM_DIAGRAM_COLOR_TRICK" val="3"/>
  <p:tag name="KSO_WM_DIAGRAM_COLOR_TEXT_CAN_REMOVE" val="n"/>
  <p:tag name="KSO_WM_DIAGRAM_GROUP_CODE" val="n1-1"/>
  <p:tag name="KSO_WM_UNIT_VALUE" val="6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9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5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0.5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96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7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8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9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0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201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202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203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04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5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06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5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6"/>
  <p:tag name="KSO_WM_DIAGRAM_GROUP_CODE" val="n1-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7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0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4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0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5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1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5*n_h_h_i*1_2_6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5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13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5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422.3999969482422,&quot;left&quot;:9.4,&quot;top&quot;:112.85000305175781,&quot;width&quot;:936.0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214.xml><?xml version="1.0" encoding="utf-8"?>
<p:tagLst xmlns:p="http://schemas.openxmlformats.org/presentationml/2006/main">
  <p:tag name="resource_record_key" val="{&quot;70&quot;:[3321412,3312483,3314133,3322035,3321420,3312652,3321832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7629</Words>
  <Application>WPS Presentation</Application>
  <PresentationFormat>Widescreen</PresentationFormat>
  <Paragraphs>609</Paragraphs>
  <Slides>39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SimSun</vt:lpstr>
      <vt:lpstr>Wingdings</vt:lpstr>
      <vt:lpstr>Arial Black</vt:lpstr>
      <vt:lpstr>Times New Roman</vt:lpstr>
      <vt:lpstr>Arial Regular</vt:lpstr>
      <vt:lpstr>Microsoft YaHei</vt:lpstr>
      <vt:lpstr>Arial Unicode MS</vt:lpstr>
      <vt:lpstr>Calibri Light</vt:lpstr>
      <vt:lpstr>Calibri</vt:lpstr>
      <vt:lpstr>Office Theme</vt:lpstr>
      <vt:lpstr>NeuroCode Software Quality Analyzer</vt:lpstr>
      <vt:lpstr>Project Team Introduction</vt:lpstr>
      <vt:lpstr>Project Team Introduction</vt:lpstr>
      <vt:lpstr>Introduction of the Project</vt:lpstr>
      <vt:lpstr>Introduction of the Project</vt:lpstr>
      <vt:lpstr>Introduction of the Project</vt:lpstr>
      <vt:lpstr>Introduction of the Project</vt:lpstr>
      <vt:lpstr>Introduction of the Project</vt:lpstr>
      <vt:lpstr>Problem Statement &amp; Gap Analysis </vt:lpstr>
      <vt:lpstr>Problem Statement &amp; Gap Analysis </vt:lpstr>
      <vt:lpstr>Problem Statement &amp; Gap Analysis </vt:lpstr>
      <vt:lpstr>Problem Statement &amp; Gap Analysis </vt:lpstr>
      <vt:lpstr>Problem Statement &amp; Gap Analysis </vt:lpstr>
      <vt:lpstr>Problem Statement &amp; Gap Analysis </vt:lpstr>
      <vt:lpstr>Problem Statement &amp; Gap Analysis </vt:lpstr>
      <vt:lpstr>Proposed Solution</vt:lpstr>
      <vt:lpstr>Proposed Solution</vt:lpstr>
      <vt:lpstr>Proposed Solution</vt:lpstr>
      <vt:lpstr>Proposed Solution</vt:lpstr>
      <vt:lpstr>Proposed Solution</vt:lpstr>
      <vt:lpstr>Proposed Solution</vt:lpstr>
      <vt:lpstr>Project Objectives </vt:lpstr>
      <vt:lpstr>Project Objectives </vt:lpstr>
      <vt:lpstr>Project Objectives </vt:lpstr>
      <vt:lpstr>Project Objectives </vt:lpstr>
      <vt:lpstr>Project Objectives </vt:lpstr>
      <vt:lpstr>Project Objectives </vt:lpstr>
      <vt:lpstr>Project Objectives </vt:lpstr>
      <vt:lpstr>Customer &amp; User Research </vt:lpstr>
      <vt:lpstr>Customer &amp; User Research </vt:lpstr>
      <vt:lpstr>Tools and Technologies </vt:lpstr>
      <vt:lpstr>Tools and Technologies </vt:lpstr>
      <vt:lpstr>Tools and Technologies </vt:lpstr>
      <vt:lpstr>Tools and Technologies </vt:lpstr>
      <vt:lpstr>Tools and Technologies </vt:lpstr>
      <vt:lpstr>Expected Outcomes </vt:lpstr>
      <vt:lpstr>Nature of the End Product</vt:lpstr>
      <vt:lpstr>Conclusion</vt:lpstr>
      <vt:lpstr>Thanks Slides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</dc:title>
  <dc:creator>Dr Hafiz Mahfooz Ul Haque</dc:creator>
  <cp:lastModifiedBy>alina farooq</cp:lastModifiedBy>
  <cp:revision>80</cp:revision>
  <dcterms:created xsi:type="dcterms:W3CDTF">2026-06-08T10:51:00Z</dcterms:created>
  <dcterms:modified xsi:type="dcterms:W3CDTF">2026-06-09T16:28:23Z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8D090444088E957F6934246AD3D0D401_43</vt:lpwstr>
  </property>
</Properties>
</file>